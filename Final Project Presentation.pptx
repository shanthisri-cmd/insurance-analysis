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4"/>
  </p:notesMasterIdLst>
  <p:sldIdLst>
    <p:sldId id="262" r:id="rId2"/>
    <p:sldId id="259" r:id="rId3"/>
    <p:sldId id="263" r:id="rId4"/>
    <p:sldId id="265" r:id="rId5"/>
    <p:sldId id="271" r:id="rId6"/>
    <p:sldId id="272" r:id="rId7"/>
    <p:sldId id="274" r:id="rId8"/>
    <p:sldId id="276" r:id="rId9"/>
    <p:sldId id="273" r:id="rId10"/>
    <p:sldId id="275" r:id="rId11"/>
    <p:sldId id="269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5E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u Sura" userId="854735c4fe01b704" providerId="LiveId" clId="{669CCE3D-6464-4E03-BCD3-71AE9E23A289}"/>
    <pc:docChg chg="undo redo custSel addSld delSld modSld sldOrd">
      <pc:chgData name="Raju Sura" userId="854735c4fe01b704" providerId="LiveId" clId="{669CCE3D-6464-4E03-BCD3-71AE9E23A289}" dt="2025-04-22T05:40:19.756" v="1086" actId="14100"/>
      <pc:docMkLst>
        <pc:docMk/>
      </pc:docMkLst>
      <pc:sldChg chg="modSp mod">
        <pc:chgData name="Raju Sura" userId="854735c4fe01b704" providerId="LiveId" clId="{669CCE3D-6464-4E03-BCD3-71AE9E23A289}" dt="2025-04-22T05:14:22.585" v="1034" actId="2711"/>
        <pc:sldMkLst>
          <pc:docMk/>
          <pc:sldMk cId="0" sldId="259"/>
        </pc:sldMkLst>
        <pc:spChg chg="mod">
          <ac:chgData name="Raju Sura" userId="854735c4fe01b704" providerId="LiveId" clId="{669CCE3D-6464-4E03-BCD3-71AE9E23A289}" dt="2025-04-22T05:14:22.585" v="1034" actId="2711"/>
          <ac:spMkLst>
            <pc:docMk/>
            <pc:sldMk cId="0" sldId="259"/>
            <ac:spMk id="51" creationId="{59F6549F-6776-46EC-AA40-3BA64F45E0C2}"/>
          </ac:spMkLst>
        </pc:spChg>
      </pc:sldChg>
      <pc:sldChg chg="modSp mod">
        <pc:chgData name="Raju Sura" userId="854735c4fe01b704" providerId="LiveId" clId="{669CCE3D-6464-4E03-BCD3-71AE9E23A289}" dt="2025-04-22T05:16:56.168" v="1040" actId="2711"/>
        <pc:sldMkLst>
          <pc:docMk/>
          <pc:sldMk cId="0" sldId="262"/>
        </pc:sldMkLst>
        <pc:spChg chg="mod">
          <ac:chgData name="Raju Sura" userId="854735c4fe01b704" providerId="LiveId" clId="{669CCE3D-6464-4E03-BCD3-71AE9E23A289}" dt="2025-04-22T05:16:56.168" v="1040" actId="2711"/>
          <ac:spMkLst>
            <pc:docMk/>
            <pc:sldMk cId="0" sldId="262"/>
            <ac:spMk id="9" creationId="{E1128F39-F736-4142-88BF-0080693ED5C1}"/>
          </ac:spMkLst>
        </pc:spChg>
      </pc:sldChg>
      <pc:sldChg chg="addSp modSp mod">
        <pc:chgData name="Raju Sura" userId="854735c4fe01b704" providerId="LiveId" clId="{669CCE3D-6464-4E03-BCD3-71AE9E23A289}" dt="2025-04-22T05:32:57.131" v="1086" actId="14100"/>
        <pc:sldMkLst>
          <pc:docMk/>
          <pc:sldMk cId="1136235272" sldId="263"/>
        </pc:sldMkLst>
        <pc:spChg chg="mod">
          <ac:chgData name="Raju Sura" userId="854735c4fe01b704" providerId="LiveId" clId="{669CCE3D-6464-4E03-BCD3-71AE9E23A289}" dt="2025-04-22T05:32:46.320" v="1085" actId="1076"/>
          <ac:spMkLst>
            <pc:docMk/>
            <pc:sldMk cId="1136235272" sldId="263"/>
            <ac:spMk id="5" creationId="{F0BC94D9-8BD1-EA70-85AA-BC8C3D3E83B0}"/>
          </ac:spMkLst>
        </pc:spChg>
        <pc:picChg chg="add mod">
          <ac:chgData name="Raju Sura" userId="854735c4fe01b704" providerId="LiveId" clId="{669CCE3D-6464-4E03-BCD3-71AE9E23A289}" dt="2025-04-22T05:32:57.131" v="1086" actId="14100"/>
          <ac:picMkLst>
            <pc:docMk/>
            <pc:sldMk cId="1136235272" sldId="263"/>
            <ac:picMk id="3" creationId="{66FFD4E2-4085-82D7-E249-3BDEB3762209}"/>
          </ac:picMkLst>
        </pc:picChg>
      </pc:sldChg>
      <pc:sldChg chg="del ord">
        <pc:chgData name="Raju Sura" userId="854735c4fe01b704" providerId="LiveId" clId="{669CCE3D-6464-4E03-BCD3-71AE9E23A289}" dt="2025-04-21T09:40:45.615" v="6" actId="47"/>
        <pc:sldMkLst>
          <pc:docMk/>
          <pc:sldMk cId="414009708" sldId="264"/>
        </pc:sldMkLst>
      </pc:sldChg>
      <pc:sldChg chg="modSp mod">
        <pc:chgData name="Raju Sura" userId="854735c4fe01b704" providerId="LiveId" clId="{669CCE3D-6464-4E03-BCD3-71AE9E23A289}" dt="2025-04-22T05:15:03.051" v="1036" actId="2711"/>
        <pc:sldMkLst>
          <pc:docMk/>
          <pc:sldMk cId="2999370485" sldId="265"/>
        </pc:sldMkLst>
        <pc:spChg chg="mod">
          <ac:chgData name="Raju Sura" userId="854735c4fe01b704" providerId="LiveId" clId="{669CCE3D-6464-4E03-BCD3-71AE9E23A289}" dt="2025-04-22T05:15:03.051" v="1036" actId="2711"/>
          <ac:spMkLst>
            <pc:docMk/>
            <pc:sldMk cId="2999370485" sldId="265"/>
            <ac:spMk id="51" creationId="{59F6549F-6776-46EC-AA40-3BA64F45E0C2}"/>
          </ac:spMkLst>
        </pc:spChg>
      </pc:sldChg>
      <pc:sldChg chg="del">
        <pc:chgData name="Raju Sura" userId="854735c4fe01b704" providerId="LiveId" clId="{669CCE3D-6464-4E03-BCD3-71AE9E23A289}" dt="2025-04-21T09:49:50.151" v="239" actId="47"/>
        <pc:sldMkLst>
          <pc:docMk/>
          <pc:sldMk cId="967145921" sldId="266"/>
        </pc:sldMkLst>
      </pc:sldChg>
      <pc:sldChg chg="del">
        <pc:chgData name="Raju Sura" userId="854735c4fe01b704" providerId="LiveId" clId="{669CCE3D-6464-4E03-BCD3-71AE9E23A289}" dt="2025-04-21T09:49:53.654" v="240" actId="47"/>
        <pc:sldMkLst>
          <pc:docMk/>
          <pc:sldMk cId="3144633870" sldId="267"/>
        </pc:sldMkLst>
      </pc:sldChg>
      <pc:sldChg chg="addSp modSp del mod ord modClrScheme chgLayout">
        <pc:chgData name="Raju Sura" userId="854735c4fe01b704" providerId="LiveId" clId="{669CCE3D-6464-4E03-BCD3-71AE9E23A289}" dt="2025-04-22T05:21:56.706" v="1057" actId="47"/>
        <pc:sldMkLst>
          <pc:docMk/>
          <pc:sldMk cId="1422977115" sldId="268"/>
        </pc:sldMkLst>
        <pc:spChg chg="add">
          <ac:chgData name="Raju Sura" userId="854735c4fe01b704" providerId="LiveId" clId="{669CCE3D-6464-4E03-BCD3-71AE9E23A289}" dt="2025-04-21T09:43:19.487" v="8"/>
          <ac:spMkLst>
            <pc:docMk/>
            <pc:sldMk cId="1422977115" sldId="268"/>
            <ac:spMk id="3" creationId="{2D4154A7-7254-C0CD-F30A-2766DF3EFB3A}"/>
          </ac:spMkLst>
        </pc:spChg>
        <pc:spChg chg="add">
          <ac:chgData name="Raju Sura" userId="854735c4fe01b704" providerId="LiveId" clId="{669CCE3D-6464-4E03-BCD3-71AE9E23A289}" dt="2025-04-21T09:43:25.216" v="11"/>
          <ac:spMkLst>
            <pc:docMk/>
            <pc:sldMk cId="1422977115" sldId="268"/>
            <ac:spMk id="4" creationId="{EA868972-C476-C87D-968C-713EABA9106E}"/>
          </ac:spMkLst>
        </pc:spChg>
        <pc:spChg chg="mod">
          <ac:chgData name="Raju Sura" userId="854735c4fe01b704" providerId="LiveId" clId="{669CCE3D-6464-4E03-BCD3-71AE9E23A289}" dt="2025-04-22T05:16:13.759" v="1039" actId="2711"/>
          <ac:spMkLst>
            <pc:docMk/>
            <pc:sldMk cId="1422977115" sldId="268"/>
            <ac:spMk id="51" creationId="{59F6549F-6776-46EC-AA40-3BA64F45E0C2}"/>
          </ac:spMkLst>
        </pc:spChg>
      </pc:sldChg>
      <pc:sldChg chg="modSp mod">
        <pc:chgData name="Raju Sura" userId="854735c4fe01b704" providerId="LiveId" clId="{669CCE3D-6464-4E03-BCD3-71AE9E23A289}" dt="2025-04-22T05:27:31.482" v="1059" actId="2711"/>
        <pc:sldMkLst>
          <pc:docMk/>
          <pc:sldMk cId="2206823512" sldId="269"/>
        </pc:sldMkLst>
        <pc:spChg chg="mod">
          <ac:chgData name="Raju Sura" userId="854735c4fe01b704" providerId="LiveId" clId="{669CCE3D-6464-4E03-BCD3-71AE9E23A289}" dt="2025-04-22T05:27:31.482" v="1059" actId="2711"/>
          <ac:spMkLst>
            <pc:docMk/>
            <pc:sldMk cId="2206823512" sldId="269"/>
            <ac:spMk id="51" creationId="{59F6549F-6776-46EC-AA40-3BA64F45E0C2}"/>
          </ac:spMkLst>
        </pc:spChg>
      </pc:sldChg>
      <pc:sldChg chg="modSp mod">
        <pc:chgData name="Raju Sura" userId="854735c4fe01b704" providerId="LiveId" clId="{669CCE3D-6464-4E03-BCD3-71AE9E23A289}" dt="2025-04-22T05:27:19.384" v="1058" actId="2711"/>
        <pc:sldMkLst>
          <pc:docMk/>
          <pc:sldMk cId="1808437629" sldId="270"/>
        </pc:sldMkLst>
        <pc:spChg chg="mod">
          <ac:chgData name="Raju Sura" userId="854735c4fe01b704" providerId="LiveId" clId="{669CCE3D-6464-4E03-BCD3-71AE9E23A289}" dt="2025-04-22T05:27:19.384" v="1058" actId="2711"/>
          <ac:spMkLst>
            <pc:docMk/>
            <pc:sldMk cId="1808437629" sldId="270"/>
            <ac:spMk id="51" creationId="{59F6549F-6776-46EC-AA40-3BA64F45E0C2}"/>
          </ac:spMkLst>
        </pc:spChg>
      </pc:sldChg>
      <pc:sldChg chg="add del">
        <pc:chgData name="Raju Sura" userId="854735c4fe01b704" providerId="LiveId" clId="{669CCE3D-6464-4E03-BCD3-71AE9E23A289}" dt="2025-04-21T09:52:19.437" v="244" actId="2890"/>
        <pc:sldMkLst>
          <pc:docMk/>
          <pc:sldMk cId="756358830" sldId="271"/>
        </pc:sldMkLst>
      </pc:sldChg>
      <pc:sldChg chg="new del">
        <pc:chgData name="Raju Sura" userId="854735c4fe01b704" providerId="LiveId" clId="{669CCE3D-6464-4E03-BCD3-71AE9E23A289}" dt="2025-04-21T09:52:45.555" v="248" actId="680"/>
        <pc:sldMkLst>
          <pc:docMk/>
          <pc:sldMk cId="961368615" sldId="271"/>
        </pc:sldMkLst>
      </pc:sldChg>
      <pc:sldChg chg="addSp delSp modSp add mod">
        <pc:chgData name="Raju Sura" userId="854735c4fe01b704" providerId="LiveId" clId="{669CCE3D-6464-4E03-BCD3-71AE9E23A289}" dt="2025-04-22T05:31:46.658" v="1076" actId="478"/>
        <pc:sldMkLst>
          <pc:docMk/>
          <pc:sldMk cId="3078726073" sldId="271"/>
        </pc:sldMkLst>
        <pc:spChg chg="mod">
          <ac:chgData name="Raju Sura" userId="854735c4fe01b704" providerId="LiveId" clId="{669CCE3D-6464-4E03-BCD3-71AE9E23A289}" dt="2025-04-21T09:54:21.072" v="286" actId="255"/>
          <ac:spMkLst>
            <pc:docMk/>
            <pc:sldMk cId="3078726073" sldId="271"/>
            <ac:spMk id="50" creationId="{72572706-3114-DF96-7221-9408A6202C48}"/>
          </ac:spMkLst>
        </pc:spChg>
        <pc:spChg chg="mod">
          <ac:chgData name="Raju Sura" userId="854735c4fe01b704" providerId="LiveId" clId="{669CCE3D-6464-4E03-BCD3-71AE9E23A289}" dt="2025-04-22T05:31:42.846" v="1074" actId="14100"/>
          <ac:spMkLst>
            <pc:docMk/>
            <pc:sldMk cId="3078726073" sldId="271"/>
            <ac:spMk id="51" creationId="{1F4C084E-2C80-CF8C-FE09-B78CC05ECA1C}"/>
          </ac:spMkLst>
        </pc:spChg>
        <pc:picChg chg="add del mod">
          <ac:chgData name="Raju Sura" userId="854735c4fe01b704" providerId="LiveId" clId="{669CCE3D-6464-4E03-BCD3-71AE9E23A289}" dt="2025-04-22T05:31:46.658" v="1076" actId="478"/>
          <ac:picMkLst>
            <pc:docMk/>
            <pc:sldMk cId="3078726073" sldId="271"/>
            <ac:picMk id="3" creationId="{C5CD6F0E-9723-BEA7-E185-E98A264956B4}"/>
          </ac:picMkLst>
        </pc:picChg>
        <pc:picChg chg="del">
          <ac:chgData name="Raju Sura" userId="854735c4fe01b704" providerId="LiveId" clId="{669CCE3D-6464-4E03-BCD3-71AE9E23A289}" dt="2025-04-21T09:53:25.586" v="253" actId="478"/>
          <ac:picMkLst>
            <pc:docMk/>
            <pc:sldMk cId="3078726073" sldId="271"/>
            <ac:picMk id="2052" creationId="{C356E464-2471-980B-61DF-F05AD2004DAF}"/>
          </ac:picMkLst>
        </pc:picChg>
      </pc:sldChg>
      <pc:sldChg chg="new del">
        <pc:chgData name="Raju Sura" userId="854735c4fe01b704" providerId="LiveId" clId="{669CCE3D-6464-4E03-BCD3-71AE9E23A289}" dt="2025-04-21T09:52:37.850" v="246" actId="680"/>
        <pc:sldMkLst>
          <pc:docMk/>
          <pc:sldMk cId="3292154825" sldId="271"/>
        </pc:sldMkLst>
      </pc:sldChg>
      <pc:sldChg chg="addSp modSp add mod ord modClrScheme chgLayout">
        <pc:chgData name="Raju Sura" userId="854735c4fe01b704" providerId="LiveId" clId="{669CCE3D-6464-4E03-BCD3-71AE9E23A289}" dt="2025-04-22T05:21:25.877" v="1054" actId="1076"/>
        <pc:sldMkLst>
          <pc:docMk/>
          <pc:sldMk cId="2214031352" sldId="272"/>
        </pc:sldMkLst>
        <pc:spChg chg="mod">
          <ac:chgData name="Raju Sura" userId="854735c4fe01b704" providerId="LiveId" clId="{669CCE3D-6464-4E03-BCD3-71AE9E23A289}" dt="2025-04-22T05:21:17.905" v="1053" actId="14100"/>
          <ac:spMkLst>
            <pc:docMk/>
            <pc:sldMk cId="2214031352" sldId="272"/>
            <ac:spMk id="51" creationId="{FAA91717-09DC-DC2D-9F90-BB371C04E068}"/>
          </ac:spMkLst>
        </pc:spChg>
        <pc:picChg chg="add mod">
          <ac:chgData name="Raju Sura" userId="854735c4fe01b704" providerId="LiveId" clId="{669CCE3D-6464-4E03-BCD3-71AE9E23A289}" dt="2025-04-22T05:21:25.877" v="1054" actId="1076"/>
          <ac:picMkLst>
            <pc:docMk/>
            <pc:sldMk cId="2214031352" sldId="272"/>
            <ac:picMk id="2" creationId="{9B175D0F-3F65-BDB5-2ACC-156D6172F60F}"/>
          </ac:picMkLst>
        </pc:picChg>
      </pc:sldChg>
      <pc:sldChg chg="addSp modSp new mod ord">
        <pc:chgData name="Raju Sura" userId="854735c4fe01b704" providerId="LiveId" clId="{669CCE3D-6464-4E03-BCD3-71AE9E23A289}" dt="2025-04-21T10:22:01.722" v="1033"/>
        <pc:sldMkLst>
          <pc:docMk/>
          <pc:sldMk cId="3585688606" sldId="273"/>
        </pc:sldMkLst>
        <pc:picChg chg="add mod">
          <ac:chgData name="Raju Sura" userId="854735c4fe01b704" providerId="LiveId" clId="{669CCE3D-6464-4E03-BCD3-71AE9E23A289}" dt="2025-04-21T10:20:07.382" v="1023" actId="14100"/>
          <ac:picMkLst>
            <pc:docMk/>
            <pc:sldMk cId="3585688606" sldId="273"/>
            <ac:picMk id="3" creationId="{F0F0F60E-B663-F9F7-FDB1-1EA2310E746D}"/>
          </ac:picMkLst>
        </pc:picChg>
      </pc:sldChg>
      <pc:sldChg chg="addSp modSp new mod">
        <pc:chgData name="Raju Sura" userId="854735c4fe01b704" providerId="LiveId" clId="{669CCE3D-6464-4E03-BCD3-71AE9E23A289}" dt="2025-04-21T10:21:05.059" v="1029" actId="14100"/>
        <pc:sldMkLst>
          <pc:docMk/>
          <pc:sldMk cId="2237879270" sldId="274"/>
        </pc:sldMkLst>
        <pc:picChg chg="add mod">
          <ac:chgData name="Raju Sura" userId="854735c4fe01b704" providerId="LiveId" clId="{669CCE3D-6464-4E03-BCD3-71AE9E23A289}" dt="2025-04-21T10:21:05.059" v="1029" actId="14100"/>
          <ac:picMkLst>
            <pc:docMk/>
            <pc:sldMk cId="2237879270" sldId="274"/>
            <ac:picMk id="3" creationId="{997147B0-55DA-18FF-E98F-624D7FCEACD1}"/>
          </ac:picMkLst>
        </pc:picChg>
      </pc:sldChg>
      <pc:sldChg chg="addSp modSp new mod">
        <pc:chgData name="Raju Sura" userId="854735c4fe01b704" providerId="LiveId" clId="{669CCE3D-6464-4E03-BCD3-71AE9E23A289}" dt="2025-04-21T10:19:48.095" v="1019" actId="14100"/>
        <pc:sldMkLst>
          <pc:docMk/>
          <pc:sldMk cId="3381487074" sldId="275"/>
        </pc:sldMkLst>
        <pc:picChg chg="add mod">
          <ac:chgData name="Raju Sura" userId="854735c4fe01b704" providerId="LiveId" clId="{669CCE3D-6464-4E03-BCD3-71AE9E23A289}" dt="2025-04-21T10:19:48.095" v="1019" actId="14100"/>
          <ac:picMkLst>
            <pc:docMk/>
            <pc:sldMk cId="3381487074" sldId="275"/>
            <ac:picMk id="3" creationId="{97F58017-103B-4A48-3E27-574D6B3BB361}"/>
          </ac:picMkLst>
        </pc:picChg>
      </pc:sldChg>
      <pc:sldChg chg="new del">
        <pc:chgData name="Raju Sura" userId="854735c4fe01b704" providerId="LiveId" clId="{669CCE3D-6464-4E03-BCD3-71AE9E23A289}" dt="2025-04-22T05:19:09.769" v="1042" actId="47"/>
        <pc:sldMkLst>
          <pc:docMk/>
          <pc:sldMk cId="1385752371" sldId="276"/>
        </pc:sldMkLst>
      </pc:sldChg>
      <pc:sldChg chg="addSp modSp new mod ord">
        <pc:chgData name="Raju Sura" userId="854735c4fe01b704" providerId="LiveId" clId="{669CCE3D-6464-4E03-BCD3-71AE9E23A289}" dt="2025-04-22T05:21:48.028" v="1056"/>
        <pc:sldMkLst>
          <pc:docMk/>
          <pc:sldMk cId="3582227152" sldId="276"/>
        </pc:sldMkLst>
        <pc:picChg chg="add mod">
          <ac:chgData name="Raju Sura" userId="854735c4fe01b704" providerId="LiveId" clId="{669CCE3D-6464-4E03-BCD3-71AE9E23A289}" dt="2025-04-22T05:20:02.848" v="1047" actId="14100"/>
          <ac:picMkLst>
            <pc:docMk/>
            <pc:sldMk cId="3582227152" sldId="276"/>
            <ac:picMk id="3" creationId="{E68B6554-01EF-0071-9312-768D5AFAFB9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584B9F-4299-4CED-8899-31979F9BE75A}" type="datetimeFigureOut">
              <a:rPr lang="en-IN" smtClean="0"/>
              <a:t>24-04-2025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416BB0-2C60-4390-982D-A9278F55C9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3959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gd1e87cec61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8" name="Google Shape;1088;gd1e87cec61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g1161f6db217_0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1" name="Google Shape;1061;g1161f6db217_0_3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g1161f6db217_0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1" name="Google Shape;1061;g1161f6db217_0_3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04284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g1161f6db217_0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1" name="Google Shape;1061;g1161f6db217_0_3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91467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9">
          <a:extLst>
            <a:ext uri="{FF2B5EF4-FFF2-40B4-BE49-F238E27FC236}">
              <a16:creationId xmlns:a16="http://schemas.microsoft.com/office/drawing/2014/main" id="{CB9C5911-1FC7-F14D-E207-490E37EEC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g1161f6db217_0_321:notes">
            <a:extLst>
              <a:ext uri="{FF2B5EF4-FFF2-40B4-BE49-F238E27FC236}">
                <a16:creationId xmlns:a16="http://schemas.microsoft.com/office/drawing/2014/main" id="{2AAED0CF-E705-8EF0-A9A6-29F8F7CDA8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1" name="Google Shape;1061;g1161f6db217_0_321:notes">
            <a:extLst>
              <a:ext uri="{FF2B5EF4-FFF2-40B4-BE49-F238E27FC236}">
                <a16:creationId xmlns:a16="http://schemas.microsoft.com/office/drawing/2014/main" id="{7AD565BB-1942-9FFC-0292-09F8066E24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26613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9">
          <a:extLst>
            <a:ext uri="{FF2B5EF4-FFF2-40B4-BE49-F238E27FC236}">
              <a16:creationId xmlns:a16="http://schemas.microsoft.com/office/drawing/2014/main" id="{F5C76BD7-A4CB-A0A6-5C5A-9A7BC5C8D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g1161f6db217_0_321:notes">
            <a:extLst>
              <a:ext uri="{FF2B5EF4-FFF2-40B4-BE49-F238E27FC236}">
                <a16:creationId xmlns:a16="http://schemas.microsoft.com/office/drawing/2014/main" id="{A86D31DB-D95F-2DDE-F3B1-83D993D259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1" name="Google Shape;1061;g1161f6db217_0_321:notes">
            <a:extLst>
              <a:ext uri="{FF2B5EF4-FFF2-40B4-BE49-F238E27FC236}">
                <a16:creationId xmlns:a16="http://schemas.microsoft.com/office/drawing/2014/main" id="{4C363AAD-D987-9A50-491F-B149F9F417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42303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g1161f6db217_0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1" name="Google Shape;1061;g1161f6db217_0_3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34457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g1161f6db217_0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1" name="Google Shape;1061;g1161f6db217_0_3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2020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306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Table of contents 1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"/>
          <p:cNvSpPr txBox="1">
            <a:spLocks noGrp="1"/>
          </p:cNvSpPr>
          <p:nvPr>
            <p:ph type="title" hasCustomPrompt="1"/>
          </p:nvPr>
        </p:nvSpPr>
        <p:spPr>
          <a:xfrm>
            <a:off x="3353884" y="3481664"/>
            <a:ext cx="2126400" cy="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6" name="Google Shape;196;p14"/>
          <p:cNvSpPr txBox="1">
            <a:spLocks noGrp="1"/>
          </p:cNvSpPr>
          <p:nvPr>
            <p:ph type="title" idx="2" hasCustomPrompt="1"/>
          </p:nvPr>
        </p:nvSpPr>
        <p:spPr>
          <a:xfrm>
            <a:off x="6711717" y="3481664"/>
            <a:ext cx="2126400" cy="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7" name="Google Shape;197;p14"/>
          <p:cNvSpPr txBox="1">
            <a:spLocks noGrp="1"/>
          </p:cNvSpPr>
          <p:nvPr>
            <p:ph type="subTitle" idx="1"/>
          </p:nvPr>
        </p:nvSpPr>
        <p:spPr>
          <a:xfrm>
            <a:off x="958400" y="2188800"/>
            <a:ext cx="3559600" cy="5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198" name="Google Shape;198;p14"/>
          <p:cNvSpPr txBox="1">
            <a:spLocks noGrp="1"/>
          </p:cNvSpPr>
          <p:nvPr>
            <p:ph type="subTitle" idx="3"/>
          </p:nvPr>
        </p:nvSpPr>
        <p:spPr>
          <a:xfrm>
            <a:off x="1163367" y="2875467"/>
            <a:ext cx="3149600" cy="91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14"/>
          <p:cNvSpPr txBox="1">
            <a:spLocks noGrp="1"/>
          </p:cNvSpPr>
          <p:nvPr>
            <p:ph type="subTitle" idx="4"/>
          </p:nvPr>
        </p:nvSpPr>
        <p:spPr>
          <a:xfrm>
            <a:off x="4316200" y="2188800"/>
            <a:ext cx="3559600" cy="5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200" name="Google Shape;200;p14"/>
          <p:cNvSpPr txBox="1">
            <a:spLocks noGrp="1"/>
          </p:cNvSpPr>
          <p:nvPr>
            <p:ph type="subTitle" idx="5"/>
          </p:nvPr>
        </p:nvSpPr>
        <p:spPr>
          <a:xfrm>
            <a:off x="4521200" y="2875493"/>
            <a:ext cx="3149600" cy="91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14"/>
          <p:cNvSpPr txBox="1">
            <a:spLocks noGrp="1"/>
          </p:cNvSpPr>
          <p:nvPr>
            <p:ph type="subTitle" idx="6"/>
          </p:nvPr>
        </p:nvSpPr>
        <p:spPr>
          <a:xfrm>
            <a:off x="7674000" y="2188800"/>
            <a:ext cx="3559600" cy="5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202" name="Google Shape;202;p14"/>
          <p:cNvSpPr txBox="1">
            <a:spLocks noGrp="1"/>
          </p:cNvSpPr>
          <p:nvPr>
            <p:ph type="subTitle" idx="7"/>
          </p:nvPr>
        </p:nvSpPr>
        <p:spPr>
          <a:xfrm>
            <a:off x="7851233" y="2875467"/>
            <a:ext cx="3149600" cy="91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14"/>
          <p:cNvSpPr txBox="1">
            <a:spLocks noGrp="1"/>
          </p:cNvSpPr>
          <p:nvPr>
            <p:ph type="subTitle" idx="8"/>
          </p:nvPr>
        </p:nvSpPr>
        <p:spPr>
          <a:xfrm>
            <a:off x="2355700" y="4140133"/>
            <a:ext cx="4122800" cy="5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204" name="Google Shape;204;p14"/>
          <p:cNvSpPr txBox="1">
            <a:spLocks noGrp="1"/>
          </p:cNvSpPr>
          <p:nvPr>
            <p:ph type="subTitle" idx="9"/>
          </p:nvPr>
        </p:nvSpPr>
        <p:spPr>
          <a:xfrm>
            <a:off x="2842300" y="4826827"/>
            <a:ext cx="3149600" cy="91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14"/>
          <p:cNvSpPr txBox="1">
            <a:spLocks noGrp="1"/>
          </p:cNvSpPr>
          <p:nvPr>
            <p:ph type="subTitle" idx="13"/>
          </p:nvPr>
        </p:nvSpPr>
        <p:spPr>
          <a:xfrm>
            <a:off x="5995133" y="4140133"/>
            <a:ext cx="3559600" cy="5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206" name="Google Shape;206;p14"/>
          <p:cNvSpPr txBox="1">
            <a:spLocks noGrp="1"/>
          </p:cNvSpPr>
          <p:nvPr>
            <p:ph type="subTitle" idx="14"/>
          </p:nvPr>
        </p:nvSpPr>
        <p:spPr>
          <a:xfrm>
            <a:off x="6200133" y="4826800"/>
            <a:ext cx="3149600" cy="91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14"/>
          <p:cNvSpPr txBox="1">
            <a:spLocks noGrp="1"/>
          </p:cNvSpPr>
          <p:nvPr>
            <p:ph type="title" idx="15" hasCustomPrompt="1"/>
          </p:nvPr>
        </p:nvSpPr>
        <p:spPr>
          <a:xfrm>
            <a:off x="1674967" y="1509656"/>
            <a:ext cx="2126400" cy="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8" name="Google Shape;208;p14"/>
          <p:cNvSpPr txBox="1">
            <a:spLocks noGrp="1"/>
          </p:cNvSpPr>
          <p:nvPr>
            <p:ph type="title" idx="16" hasCustomPrompt="1"/>
          </p:nvPr>
        </p:nvSpPr>
        <p:spPr>
          <a:xfrm>
            <a:off x="5032800" y="1509656"/>
            <a:ext cx="2126400" cy="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p14"/>
          <p:cNvSpPr txBox="1">
            <a:spLocks noGrp="1"/>
          </p:cNvSpPr>
          <p:nvPr>
            <p:ph type="title" idx="17" hasCustomPrompt="1"/>
          </p:nvPr>
        </p:nvSpPr>
        <p:spPr>
          <a:xfrm>
            <a:off x="8390633" y="1509656"/>
            <a:ext cx="2126400" cy="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0" name="Google Shape;210;p14"/>
          <p:cNvSpPr/>
          <p:nvPr/>
        </p:nvSpPr>
        <p:spPr>
          <a:xfrm rot="10800000" flipH="1">
            <a:off x="50570" y="5833112"/>
            <a:ext cx="3340017" cy="1024987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1" name="Google Shape;211;p14"/>
          <p:cNvSpPr/>
          <p:nvPr/>
        </p:nvSpPr>
        <p:spPr>
          <a:xfrm rot="10800000">
            <a:off x="8190315" y="5986753"/>
            <a:ext cx="3459660" cy="912681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2" name="Google Shape;212;p14"/>
          <p:cNvSpPr/>
          <p:nvPr/>
        </p:nvSpPr>
        <p:spPr>
          <a:xfrm rot="10800000" flipH="1">
            <a:off x="8843178" y="5651433"/>
            <a:ext cx="5039673" cy="1248000"/>
          </a:xfrm>
          <a:custGeom>
            <a:avLst/>
            <a:gdLst/>
            <a:ahLst/>
            <a:cxnLst/>
            <a:rect l="l" t="t" r="r" b="b"/>
            <a:pathLst>
              <a:path w="295582" h="107710" extrusionOk="0">
                <a:moveTo>
                  <a:pt x="3890" y="648"/>
                </a:moveTo>
                <a:cubicBezTo>
                  <a:pt x="3890" y="648"/>
                  <a:pt x="1" y="60607"/>
                  <a:pt x="64065" y="49263"/>
                </a:cubicBezTo>
                <a:cubicBezTo>
                  <a:pt x="132883" y="37164"/>
                  <a:pt x="123484" y="107710"/>
                  <a:pt x="183551" y="107710"/>
                </a:cubicBezTo>
                <a:cubicBezTo>
                  <a:pt x="232814" y="107710"/>
                  <a:pt x="209155" y="40513"/>
                  <a:pt x="252368" y="34787"/>
                </a:cubicBezTo>
                <a:cubicBezTo>
                  <a:pt x="295582" y="29061"/>
                  <a:pt x="285751" y="0"/>
                  <a:pt x="2857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3" name="Google Shape;213;p14"/>
          <p:cNvSpPr/>
          <p:nvPr/>
        </p:nvSpPr>
        <p:spPr>
          <a:xfrm flipH="1">
            <a:off x="-7" y="5693134"/>
            <a:ext cx="2691040" cy="1165079"/>
          </a:xfrm>
          <a:custGeom>
            <a:avLst/>
            <a:gdLst/>
            <a:ahLst/>
            <a:cxnLst/>
            <a:rect l="l" t="t" r="r" b="b"/>
            <a:pathLst>
              <a:path w="285673" h="154588" extrusionOk="0">
                <a:moveTo>
                  <a:pt x="2715" y="154588"/>
                </a:moveTo>
                <a:cubicBezTo>
                  <a:pt x="2715" y="154588"/>
                  <a:pt x="0" y="113633"/>
                  <a:pt x="45298" y="113633"/>
                </a:cubicBezTo>
                <a:cubicBezTo>
                  <a:pt x="90596" y="113633"/>
                  <a:pt x="125888" y="112160"/>
                  <a:pt x="135972" y="50651"/>
                </a:cubicBezTo>
                <a:cubicBezTo>
                  <a:pt x="144194" y="621"/>
                  <a:pt x="221914" y="1"/>
                  <a:pt x="238978" y="40955"/>
                </a:cubicBezTo>
                <a:cubicBezTo>
                  <a:pt x="255965" y="81987"/>
                  <a:pt x="285673" y="81987"/>
                  <a:pt x="285673" y="81987"/>
                </a:cubicBezTo>
                <a:lnTo>
                  <a:pt x="285673" y="1545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4" name="Google Shape;214;p14"/>
          <p:cNvSpPr/>
          <p:nvPr/>
        </p:nvSpPr>
        <p:spPr>
          <a:xfrm>
            <a:off x="-1" y="5693048"/>
            <a:ext cx="2290565" cy="1164792"/>
          </a:xfrm>
          <a:custGeom>
            <a:avLst/>
            <a:gdLst/>
            <a:ahLst/>
            <a:cxnLst/>
            <a:rect l="l" t="t" r="r" b="b"/>
            <a:pathLst>
              <a:path w="305002" h="196093" extrusionOk="0">
                <a:moveTo>
                  <a:pt x="0" y="27686"/>
                </a:moveTo>
                <a:cubicBezTo>
                  <a:pt x="0" y="27686"/>
                  <a:pt x="68206" y="0"/>
                  <a:pt x="88558" y="59039"/>
                </a:cubicBezTo>
                <a:cubicBezTo>
                  <a:pt x="108910" y="118077"/>
                  <a:pt x="211769" y="29244"/>
                  <a:pt x="211769" y="120186"/>
                </a:cubicBezTo>
                <a:cubicBezTo>
                  <a:pt x="211769" y="172257"/>
                  <a:pt x="305002" y="135404"/>
                  <a:pt x="280800" y="196092"/>
                </a:cubicBezTo>
                <a:lnTo>
                  <a:pt x="0" y="196092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5" name="Google Shape;215;p14"/>
          <p:cNvSpPr/>
          <p:nvPr/>
        </p:nvSpPr>
        <p:spPr>
          <a:xfrm rot="10800000">
            <a:off x="9283203" y="5803116"/>
            <a:ext cx="3459768" cy="1096317"/>
          </a:xfrm>
          <a:custGeom>
            <a:avLst/>
            <a:gdLst/>
            <a:ahLst/>
            <a:cxnLst/>
            <a:rect l="l" t="t" r="r" b="b"/>
            <a:pathLst>
              <a:path w="294198" h="130204" extrusionOk="0">
                <a:moveTo>
                  <a:pt x="283570" y="0"/>
                </a:moveTo>
                <a:cubicBezTo>
                  <a:pt x="283570" y="0"/>
                  <a:pt x="294198" y="57826"/>
                  <a:pt x="203889" y="45181"/>
                </a:cubicBezTo>
                <a:cubicBezTo>
                  <a:pt x="141812" y="36461"/>
                  <a:pt x="157999" y="89109"/>
                  <a:pt x="113581" y="109929"/>
                </a:cubicBezTo>
                <a:cubicBezTo>
                  <a:pt x="70252" y="130203"/>
                  <a:pt x="37442" y="67963"/>
                  <a:pt x="0" y="114071"/>
                </a:cubicBezTo>
                <a:lnTo>
                  <a:pt x="0" y="43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6" name="Google Shape;216;p14"/>
          <p:cNvSpPr txBox="1">
            <a:spLocks noGrp="1"/>
          </p:cNvSpPr>
          <p:nvPr>
            <p:ph type="title" idx="18"/>
          </p:nvPr>
        </p:nvSpPr>
        <p:spPr>
          <a:xfrm>
            <a:off x="3636000" y="484367"/>
            <a:ext cx="492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217" name="Google Shape;217;p14"/>
          <p:cNvSpPr/>
          <p:nvPr/>
        </p:nvSpPr>
        <p:spPr>
          <a:xfrm rot="5400000">
            <a:off x="3122308" y="641320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8" name="Google Shape;218;p14"/>
          <p:cNvSpPr/>
          <p:nvPr/>
        </p:nvSpPr>
        <p:spPr>
          <a:xfrm rot="5400000">
            <a:off x="1319392" y="627979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9" name="Google Shape;219;p14"/>
          <p:cNvSpPr/>
          <p:nvPr/>
        </p:nvSpPr>
        <p:spPr>
          <a:xfrm rot="-5400000">
            <a:off x="2246541" y="62096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0" name="Google Shape;220;p14"/>
          <p:cNvSpPr/>
          <p:nvPr/>
        </p:nvSpPr>
        <p:spPr>
          <a:xfrm rot="5400000">
            <a:off x="444441" y="54334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1" name="Google Shape;221;p14"/>
          <p:cNvSpPr/>
          <p:nvPr/>
        </p:nvSpPr>
        <p:spPr>
          <a:xfrm rot="5400000">
            <a:off x="11540741" y="55244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2" name="Google Shape;222;p14"/>
          <p:cNvSpPr/>
          <p:nvPr/>
        </p:nvSpPr>
        <p:spPr>
          <a:xfrm rot="-5400000">
            <a:off x="9823641" y="593209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3" name="Google Shape;223;p14"/>
          <p:cNvSpPr/>
          <p:nvPr/>
        </p:nvSpPr>
        <p:spPr>
          <a:xfrm rot="5400000">
            <a:off x="7897541" y="645917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716464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Title and text 6"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53"/>
          <p:cNvSpPr txBox="1">
            <a:spLocks noGrp="1"/>
          </p:cNvSpPr>
          <p:nvPr>
            <p:ph type="title"/>
          </p:nvPr>
        </p:nvSpPr>
        <p:spPr>
          <a:xfrm flipH="1">
            <a:off x="2657600" y="1872617"/>
            <a:ext cx="6876800" cy="14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9pPr>
          </a:lstStyle>
          <a:p>
            <a:endParaRPr/>
          </a:p>
        </p:txBody>
      </p:sp>
      <p:sp>
        <p:nvSpPr>
          <p:cNvPr id="773" name="Google Shape;773;p53"/>
          <p:cNvSpPr txBox="1">
            <a:spLocks noGrp="1"/>
          </p:cNvSpPr>
          <p:nvPr>
            <p:ph type="body" idx="1"/>
          </p:nvPr>
        </p:nvSpPr>
        <p:spPr>
          <a:xfrm flipH="1">
            <a:off x="3996800" y="3184049"/>
            <a:ext cx="4198400" cy="16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7412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1pPr>
            <a:lvl2pPr marL="1219170" lvl="1" indent="-47412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2000"/>
              <a:buChar char="■"/>
              <a:defRPr sz="2667"/>
            </a:lvl9pPr>
          </a:lstStyle>
          <a:p>
            <a:endParaRPr/>
          </a:p>
        </p:txBody>
      </p:sp>
      <p:sp>
        <p:nvSpPr>
          <p:cNvPr id="774" name="Google Shape;774;p53"/>
          <p:cNvSpPr/>
          <p:nvPr/>
        </p:nvSpPr>
        <p:spPr>
          <a:xfrm>
            <a:off x="1373634" y="5280236"/>
            <a:ext cx="9445233" cy="1577729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75" name="Google Shape;775;p53"/>
          <p:cNvSpPr/>
          <p:nvPr/>
        </p:nvSpPr>
        <p:spPr>
          <a:xfrm flipH="1">
            <a:off x="-1" y="5816666"/>
            <a:ext cx="12192468" cy="1042807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76" name="Google Shape;776;p53"/>
          <p:cNvSpPr/>
          <p:nvPr/>
        </p:nvSpPr>
        <p:spPr>
          <a:xfrm rot="6479671">
            <a:off x="7274120" y="-1905314"/>
            <a:ext cx="2003465" cy="4681131"/>
          </a:xfrm>
          <a:custGeom>
            <a:avLst/>
            <a:gdLst/>
            <a:ahLst/>
            <a:cxnLst/>
            <a:rect l="l" t="t" r="r" b="b"/>
            <a:pathLst>
              <a:path w="184937" h="139852" extrusionOk="0">
                <a:moveTo>
                  <a:pt x="59024" y="1"/>
                </a:moveTo>
                <a:cubicBezTo>
                  <a:pt x="37702" y="1"/>
                  <a:pt x="17942" y="12858"/>
                  <a:pt x="11925" y="32587"/>
                </a:cubicBezTo>
                <a:cubicBezTo>
                  <a:pt x="1" y="71595"/>
                  <a:pt x="35681" y="113191"/>
                  <a:pt x="79310" y="130384"/>
                </a:cubicBezTo>
                <a:cubicBezTo>
                  <a:pt x="95983" y="136984"/>
                  <a:pt x="112612" y="139851"/>
                  <a:pt x="127490" y="139851"/>
                </a:cubicBezTo>
                <a:cubicBezTo>
                  <a:pt x="160532" y="139851"/>
                  <a:pt x="184937" y="125708"/>
                  <a:pt x="182005" y="106905"/>
                </a:cubicBezTo>
                <a:cubicBezTo>
                  <a:pt x="175997" y="67251"/>
                  <a:pt x="140409" y="105334"/>
                  <a:pt x="114805" y="42848"/>
                </a:cubicBezTo>
                <a:cubicBezTo>
                  <a:pt x="102395" y="12395"/>
                  <a:pt x="79957" y="1"/>
                  <a:pt x="5902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77" name="Google Shape;777;p53"/>
          <p:cNvSpPr/>
          <p:nvPr/>
        </p:nvSpPr>
        <p:spPr>
          <a:xfrm>
            <a:off x="1" y="-223233"/>
            <a:ext cx="12192468" cy="1108664"/>
          </a:xfrm>
          <a:custGeom>
            <a:avLst/>
            <a:gdLst/>
            <a:ahLst/>
            <a:cxnLst/>
            <a:rect l="l" t="t" r="r" b="b"/>
            <a:pathLst>
              <a:path w="264364" h="48804" extrusionOk="0">
                <a:moveTo>
                  <a:pt x="0" y="1"/>
                </a:moveTo>
                <a:lnTo>
                  <a:pt x="0" y="34052"/>
                </a:lnTo>
                <a:cubicBezTo>
                  <a:pt x="3219" y="35165"/>
                  <a:pt x="6028" y="35625"/>
                  <a:pt x="8547" y="35625"/>
                </a:cubicBezTo>
                <a:cubicBezTo>
                  <a:pt x="20567" y="35625"/>
                  <a:pt x="25980" y="25146"/>
                  <a:pt x="37813" y="25146"/>
                </a:cubicBezTo>
                <a:cubicBezTo>
                  <a:pt x="42388" y="25146"/>
                  <a:pt x="47922" y="26712"/>
                  <a:pt x="55168" y="31055"/>
                </a:cubicBezTo>
                <a:cubicBezTo>
                  <a:pt x="70462" y="40234"/>
                  <a:pt x="80176" y="48502"/>
                  <a:pt x="91777" y="48502"/>
                </a:cubicBezTo>
                <a:cubicBezTo>
                  <a:pt x="98366" y="48502"/>
                  <a:pt x="105563" y="45836"/>
                  <a:pt x="114738" y="39155"/>
                </a:cubicBezTo>
                <a:cubicBezTo>
                  <a:pt x="122916" y="33205"/>
                  <a:pt x="129075" y="31386"/>
                  <a:pt x="134351" y="31386"/>
                </a:cubicBezTo>
                <a:cubicBezTo>
                  <a:pt x="142654" y="31386"/>
                  <a:pt x="148772" y="35892"/>
                  <a:pt x="157136" y="35892"/>
                </a:cubicBezTo>
                <a:cubicBezTo>
                  <a:pt x="163427" y="35892"/>
                  <a:pt x="170988" y="33343"/>
                  <a:pt x="181706" y="24412"/>
                </a:cubicBezTo>
                <a:cubicBezTo>
                  <a:pt x="184794" y="21838"/>
                  <a:pt x="187774" y="20762"/>
                  <a:pt x="190680" y="20762"/>
                </a:cubicBezTo>
                <a:cubicBezTo>
                  <a:pt x="205031" y="20762"/>
                  <a:pt x="217584" y="46994"/>
                  <a:pt x="232473" y="48634"/>
                </a:cubicBezTo>
                <a:cubicBezTo>
                  <a:pt x="233525" y="48749"/>
                  <a:pt x="234513" y="48803"/>
                  <a:pt x="235446" y="48803"/>
                </a:cubicBezTo>
                <a:cubicBezTo>
                  <a:pt x="246713" y="48803"/>
                  <a:pt x="250150" y="40916"/>
                  <a:pt x="264364" y="38048"/>
                </a:cubicBezTo>
                <a:lnTo>
                  <a:pt x="26436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78" name="Google Shape;778;p53"/>
          <p:cNvSpPr/>
          <p:nvPr/>
        </p:nvSpPr>
        <p:spPr>
          <a:xfrm>
            <a:off x="0" y="-223233"/>
            <a:ext cx="12192104" cy="1215773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79" name="Google Shape;779;p53"/>
          <p:cNvSpPr/>
          <p:nvPr/>
        </p:nvSpPr>
        <p:spPr>
          <a:xfrm>
            <a:off x="1" y="5889248"/>
            <a:ext cx="12191587" cy="969203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80" name="Google Shape;780;p53"/>
          <p:cNvSpPr/>
          <p:nvPr/>
        </p:nvSpPr>
        <p:spPr>
          <a:xfrm rot="5400000">
            <a:off x="10969041" y="56712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81" name="Google Shape;781;p53"/>
          <p:cNvSpPr/>
          <p:nvPr/>
        </p:nvSpPr>
        <p:spPr>
          <a:xfrm rot="5400000">
            <a:off x="3701292" y="58344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82" name="Google Shape;782;p53"/>
          <p:cNvSpPr/>
          <p:nvPr/>
        </p:nvSpPr>
        <p:spPr>
          <a:xfrm rot="-5400000">
            <a:off x="8709075" y="55398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83" name="Google Shape;783;p53"/>
          <p:cNvSpPr/>
          <p:nvPr/>
        </p:nvSpPr>
        <p:spPr>
          <a:xfrm rot="5400000">
            <a:off x="561308" y="52177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84" name="Google Shape;784;p53"/>
          <p:cNvSpPr/>
          <p:nvPr/>
        </p:nvSpPr>
        <p:spPr>
          <a:xfrm rot="5400000">
            <a:off x="9644275" y="108880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85" name="Google Shape;785;p53"/>
          <p:cNvSpPr/>
          <p:nvPr/>
        </p:nvSpPr>
        <p:spPr>
          <a:xfrm rot="5400000">
            <a:off x="7841359" y="95539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86" name="Google Shape;786;p53"/>
          <p:cNvSpPr/>
          <p:nvPr/>
        </p:nvSpPr>
        <p:spPr>
          <a:xfrm rot="5400000">
            <a:off x="3362108" y="8854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758054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64"/>
          <p:cNvSpPr/>
          <p:nvPr/>
        </p:nvSpPr>
        <p:spPr>
          <a:xfrm rot="10800000">
            <a:off x="3001742" y="-170"/>
            <a:ext cx="5950497" cy="1413233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58" name="Google Shape;958;p64"/>
          <p:cNvSpPr/>
          <p:nvPr/>
        </p:nvSpPr>
        <p:spPr>
          <a:xfrm rot="10799504" flipH="1">
            <a:off x="-9000" y="708"/>
            <a:ext cx="12205687" cy="1083067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59" name="Google Shape;959;p64"/>
          <p:cNvSpPr/>
          <p:nvPr/>
        </p:nvSpPr>
        <p:spPr>
          <a:xfrm rot="-10799504">
            <a:off x="315" y="647"/>
            <a:ext cx="12205687" cy="1154253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60" name="Google Shape;960;p64"/>
          <p:cNvSpPr/>
          <p:nvPr/>
        </p:nvSpPr>
        <p:spPr>
          <a:xfrm rot="-4555973" flipH="1">
            <a:off x="6545105" y="3542683"/>
            <a:ext cx="1942768" cy="6076588"/>
          </a:xfrm>
          <a:custGeom>
            <a:avLst/>
            <a:gdLst/>
            <a:ahLst/>
            <a:cxnLst/>
            <a:rect l="l" t="t" r="r" b="b"/>
            <a:pathLst>
              <a:path w="184937" h="139852" extrusionOk="0">
                <a:moveTo>
                  <a:pt x="59024" y="1"/>
                </a:moveTo>
                <a:cubicBezTo>
                  <a:pt x="37702" y="1"/>
                  <a:pt x="17942" y="12858"/>
                  <a:pt x="11925" y="32587"/>
                </a:cubicBezTo>
                <a:cubicBezTo>
                  <a:pt x="1" y="71595"/>
                  <a:pt x="35681" y="113191"/>
                  <a:pt x="79310" y="130384"/>
                </a:cubicBezTo>
                <a:cubicBezTo>
                  <a:pt x="95983" y="136984"/>
                  <a:pt x="112612" y="139851"/>
                  <a:pt x="127490" y="139851"/>
                </a:cubicBezTo>
                <a:cubicBezTo>
                  <a:pt x="160532" y="139851"/>
                  <a:pt x="184937" y="125708"/>
                  <a:pt x="182005" y="106905"/>
                </a:cubicBezTo>
                <a:cubicBezTo>
                  <a:pt x="175997" y="67251"/>
                  <a:pt x="140409" y="105334"/>
                  <a:pt x="114805" y="42848"/>
                </a:cubicBezTo>
                <a:cubicBezTo>
                  <a:pt x="102395" y="12395"/>
                  <a:pt x="79957" y="1"/>
                  <a:pt x="5902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61" name="Google Shape;961;p64"/>
          <p:cNvSpPr/>
          <p:nvPr/>
        </p:nvSpPr>
        <p:spPr>
          <a:xfrm rot="10800000" flipH="1">
            <a:off x="2" y="5924099"/>
            <a:ext cx="12205685" cy="1115660"/>
          </a:xfrm>
          <a:custGeom>
            <a:avLst/>
            <a:gdLst/>
            <a:ahLst/>
            <a:cxnLst/>
            <a:rect l="l" t="t" r="r" b="b"/>
            <a:pathLst>
              <a:path w="264364" h="48804" extrusionOk="0">
                <a:moveTo>
                  <a:pt x="0" y="1"/>
                </a:moveTo>
                <a:lnTo>
                  <a:pt x="0" y="34052"/>
                </a:lnTo>
                <a:cubicBezTo>
                  <a:pt x="3219" y="35165"/>
                  <a:pt x="6028" y="35625"/>
                  <a:pt x="8547" y="35625"/>
                </a:cubicBezTo>
                <a:cubicBezTo>
                  <a:pt x="20567" y="35625"/>
                  <a:pt x="25980" y="25146"/>
                  <a:pt x="37813" y="25146"/>
                </a:cubicBezTo>
                <a:cubicBezTo>
                  <a:pt x="42388" y="25146"/>
                  <a:pt x="47922" y="26712"/>
                  <a:pt x="55168" y="31055"/>
                </a:cubicBezTo>
                <a:cubicBezTo>
                  <a:pt x="70462" y="40234"/>
                  <a:pt x="80176" y="48502"/>
                  <a:pt x="91777" y="48502"/>
                </a:cubicBezTo>
                <a:cubicBezTo>
                  <a:pt x="98366" y="48502"/>
                  <a:pt x="105563" y="45836"/>
                  <a:pt x="114738" y="39155"/>
                </a:cubicBezTo>
                <a:cubicBezTo>
                  <a:pt x="122916" y="33205"/>
                  <a:pt x="129075" y="31386"/>
                  <a:pt x="134351" y="31386"/>
                </a:cubicBezTo>
                <a:cubicBezTo>
                  <a:pt x="142654" y="31386"/>
                  <a:pt x="148772" y="35892"/>
                  <a:pt x="157136" y="35892"/>
                </a:cubicBezTo>
                <a:cubicBezTo>
                  <a:pt x="163427" y="35892"/>
                  <a:pt x="170988" y="33343"/>
                  <a:pt x="181706" y="24412"/>
                </a:cubicBezTo>
                <a:cubicBezTo>
                  <a:pt x="184794" y="21838"/>
                  <a:pt x="187774" y="20762"/>
                  <a:pt x="190680" y="20762"/>
                </a:cubicBezTo>
                <a:cubicBezTo>
                  <a:pt x="205031" y="20762"/>
                  <a:pt x="217584" y="46994"/>
                  <a:pt x="232473" y="48634"/>
                </a:cubicBezTo>
                <a:cubicBezTo>
                  <a:pt x="233525" y="48749"/>
                  <a:pt x="234513" y="48803"/>
                  <a:pt x="235446" y="48803"/>
                </a:cubicBezTo>
                <a:cubicBezTo>
                  <a:pt x="246713" y="48803"/>
                  <a:pt x="250150" y="40916"/>
                  <a:pt x="264364" y="38048"/>
                </a:cubicBezTo>
                <a:lnTo>
                  <a:pt x="26436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62" name="Google Shape;962;p64"/>
          <p:cNvSpPr/>
          <p:nvPr/>
        </p:nvSpPr>
        <p:spPr>
          <a:xfrm rot="10800000" flipH="1">
            <a:off x="-9000" y="5822258"/>
            <a:ext cx="12215013" cy="1223444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63" name="Google Shape;963;p64"/>
          <p:cNvSpPr/>
          <p:nvPr/>
        </p:nvSpPr>
        <p:spPr>
          <a:xfrm rot="5400000">
            <a:off x="10969041" y="56712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64" name="Google Shape;964;p64"/>
          <p:cNvSpPr/>
          <p:nvPr/>
        </p:nvSpPr>
        <p:spPr>
          <a:xfrm rot="5400000">
            <a:off x="3701292" y="58344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65" name="Google Shape;965;p64"/>
          <p:cNvSpPr/>
          <p:nvPr/>
        </p:nvSpPr>
        <p:spPr>
          <a:xfrm rot="-5400000">
            <a:off x="8709075" y="55398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66" name="Google Shape;966;p64"/>
          <p:cNvSpPr/>
          <p:nvPr/>
        </p:nvSpPr>
        <p:spPr>
          <a:xfrm rot="5400000">
            <a:off x="561308" y="52177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67" name="Google Shape;967;p64"/>
          <p:cNvSpPr/>
          <p:nvPr/>
        </p:nvSpPr>
        <p:spPr>
          <a:xfrm rot="5400000">
            <a:off x="9644275" y="108880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68" name="Google Shape;968;p64"/>
          <p:cNvSpPr/>
          <p:nvPr/>
        </p:nvSpPr>
        <p:spPr>
          <a:xfrm rot="5400000">
            <a:off x="7841359" y="95539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69" name="Google Shape;969;p64"/>
          <p:cNvSpPr/>
          <p:nvPr/>
        </p:nvSpPr>
        <p:spPr>
          <a:xfrm rot="5400000">
            <a:off x="3362108" y="8854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641706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65"/>
          <p:cNvSpPr/>
          <p:nvPr/>
        </p:nvSpPr>
        <p:spPr>
          <a:xfrm rot="10800000" flipH="1">
            <a:off x="1608049" y="5881165"/>
            <a:ext cx="5249311" cy="977032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72" name="Google Shape;972;p65"/>
          <p:cNvSpPr/>
          <p:nvPr/>
        </p:nvSpPr>
        <p:spPr>
          <a:xfrm flipH="1">
            <a:off x="5252850" y="132"/>
            <a:ext cx="6835569" cy="1727905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73" name="Google Shape;973;p65"/>
          <p:cNvSpPr/>
          <p:nvPr/>
        </p:nvSpPr>
        <p:spPr>
          <a:xfrm rot="10800000">
            <a:off x="-1832684" y="5522235"/>
            <a:ext cx="7646707" cy="1335963"/>
          </a:xfrm>
          <a:custGeom>
            <a:avLst/>
            <a:gdLst/>
            <a:ahLst/>
            <a:cxnLst/>
            <a:rect l="l" t="t" r="r" b="b"/>
            <a:pathLst>
              <a:path w="295582" h="107710" extrusionOk="0">
                <a:moveTo>
                  <a:pt x="3890" y="648"/>
                </a:moveTo>
                <a:cubicBezTo>
                  <a:pt x="3890" y="648"/>
                  <a:pt x="1" y="60607"/>
                  <a:pt x="64065" y="49263"/>
                </a:cubicBezTo>
                <a:cubicBezTo>
                  <a:pt x="132883" y="37164"/>
                  <a:pt x="123484" y="107710"/>
                  <a:pt x="183551" y="107710"/>
                </a:cubicBezTo>
                <a:cubicBezTo>
                  <a:pt x="232814" y="107710"/>
                  <a:pt x="209155" y="40513"/>
                  <a:pt x="252368" y="34787"/>
                </a:cubicBezTo>
                <a:cubicBezTo>
                  <a:pt x="295582" y="29061"/>
                  <a:pt x="285751" y="0"/>
                  <a:pt x="2857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74" name="Google Shape;974;p65"/>
          <p:cNvSpPr/>
          <p:nvPr/>
        </p:nvSpPr>
        <p:spPr>
          <a:xfrm rot="10800000" flipH="1">
            <a:off x="6684612" y="273"/>
            <a:ext cx="5507776" cy="1963783"/>
          </a:xfrm>
          <a:custGeom>
            <a:avLst/>
            <a:gdLst/>
            <a:ahLst/>
            <a:cxnLst/>
            <a:rect l="l" t="t" r="r" b="b"/>
            <a:pathLst>
              <a:path w="285673" h="154588" extrusionOk="0">
                <a:moveTo>
                  <a:pt x="2715" y="154588"/>
                </a:moveTo>
                <a:cubicBezTo>
                  <a:pt x="2715" y="154588"/>
                  <a:pt x="0" y="113633"/>
                  <a:pt x="45298" y="113633"/>
                </a:cubicBezTo>
                <a:cubicBezTo>
                  <a:pt x="90596" y="113633"/>
                  <a:pt x="125888" y="112160"/>
                  <a:pt x="135972" y="50651"/>
                </a:cubicBezTo>
                <a:cubicBezTo>
                  <a:pt x="144194" y="621"/>
                  <a:pt x="221914" y="1"/>
                  <a:pt x="238978" y="40955"/>
                </a:cubicBezTo>
                <a:cubicBezTo>
                  <a:pt x="255965" y="81987"/>
                  <a:pt x="285673" y="81987"/>
                  <a:pt x="285673" y="81987"/>
                </a:cubicBezTo>
                <a:lnTo>
                  <a:pt x="285673" y="1545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75" name="Google Shape;975;p65"/>
          <p:cNvSpPr/>
          <p:nvPr/>
        </p:nvSpPr>
        <p:spPr>
          <a:xfrm rot="10800000">
            <a:off x="7505048" y="653"/>
            <a:ext cx="4686864" cy="1963544"/>
          </a:xfrm>
          <a:custGeom>
            <a:avLst/>
            <a:gdLst/>
            <a:ahLst/>
            <a:cxnLst/>
            <a:rect l="l" t="t" r="r" b="b"/>
            <a:pathLst>
              <a:path w="305002" h="196093" extrusionOk="0">
                <a:moveTo>
                  <a:pt x="0" y="27686"/>
                </a:moveTo>
                <a:cubicBezTo>
                  <a:pt x="0" y="27686"/>
                  <a:pt x="68206" y="0"/>
                  <a:pt x="88558" y="59039"/>
                </a:cubicBezTo>
                <a:cubicBezTo>
                  <a:pt x="108910" y="118077"/>
                  <a:pt x="211769" y="29244"/>
                  <a:pt x="211769" y="120186"/>
                </a:cubicBezTo>
                <a:cubicBezTo>
                  <a:pt x="211769" y="172257"/>
                  <a:pt x="305002" y="135404"/>
                  <a:pt x="280800" y="196092"/>
                </a:cubicBezTo>
                <a:lnTo>
                  <a:pt x="0" y="196092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76" name="Google Shape;976;p65"/>
          <p:cNvSpPr/>
          <p:nvPr/>
        </p:nvSpPr>
        <p:spPr>
          <a:xfrm rot="10800000" flipH="1">
            <a:off x="-102874" y="5684627"/>
            <a:ext cx="5249473" cy="1173572"/>
          </a:xfrm>
          <a:custGeom>
            <a:avLst/>
            <a:gdLst/>
            <a:ahLst/>
            <a:cxnLst/>
            <a:rect l="l" t="t" r="r" b="b"/>
            <a:pathLst>
              <a:path w="294198" h="130204" extrusionOk="0">
                <a:moveTo>
                  <a:pt x="283570" y="0"/>
                </a:moveTo>
                <a:cubicBezTo>
                  <a:pt x="283570" y="0"/>
                  <a:pt x="294198" y="57826"/>
                  <a:pt x="203889" y="45181"/>
                </a:cubicBezTo>
                <a:cubicBezTo>
                  <a:pt x="141812" y="36461"/>
                  <a:pt x="157999" y="89109"/>
                  <a:pt x="113581" y="109929"/>
                </a:cubicBezTo>
                <a:cubicBezTo>
                  <a:pt x="70252" y="130203"/>
                  <a:pt x="37442" y="67963"/>
                  <a:pt x="0" y="114071"/>
                </a:cubicBezTo>
                <a:lnTo>
                  <a:pt x="0" y="43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77" name="Google Shape;977;p65"/>
          <p:cNvSpPr/>
          <p:nvPr/>
        </p:nvSpPr>
        <p:spPr>
          <a:xfrm>
            <a:off x="2611000" y="5429367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78" name="Google Shape;978;p65"/>
          <p:cNvSpPr/>
          <p:nvPr/>
        </p:nvSpPr>
        <p:spPr>
          <a:xfrm>
            <a:off x="380400" y="5140833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79" name="Google Shape;979;p65"/>
          <p:cNvSpPr/>
          <p:nvPr/>
        </p:nvSpPr>
        <p:spPr>
          <a:xfrm>
            <a:off x="6030400" y="6523667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80" name="Google Shape;980;p65"/>
          <p:cNvSpPr/>
          <p:nvPr/>
        </p:nvSpPr>
        <p:spPr>
          <a:xfrm rot="10800000" flipH="1">
            <a:off x="8485033" y="1510033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81" name="Google Shape;981;p65"/>
          <p:cNvSpPr/>
          <p:nvPr/>
        </p:nvSpPr>
        <p:spPr>
          <a:xfrm rot="10800000" flipH="1">
            <a:off x="11028533" y="1788667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82" name="Google Shape;982;p65"/>
          <p:cNvSpPr/>
          <p:nvPr/>
        </p:nvSpPr>
        <p:spPr>
          <a:xfrm rot="10800000" flipH="1">
            <a:off x="5814033" y="431167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432966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ackground 2">
    <p:spTree>
      <p:nvGrpSpPr>
        <p:cNvPr id="1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66"/>
          <p:cNvSpPr/>
          <p:nvPr/>
        </p:nvSpPr>
        <p:spPr>
          <a:xfrm rot="-5400000" flipH="1">
            <a:off x="9400336" y="3433882"/>
            <a:ext cx="3257661" cy="125332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85" name="Google Shape;985;p66"/>
          <p:cNvSpPr/>
          <p:nvPr/>
        </p:nvSpPr>
        <p:spPr>
          <a:xfrm rot="-5399497">
            <a:off x="8433908" y="2268263"/>
            <a:ext cx="6020449" cy="1494891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86" name="Google Shape;986;p66"/>
          <p:cNvSpPr/>
          <p:nvPr/>
        </p:nvSpPr>
        <p:spPr>
          <a:xfrm rot="-5400440" flipH="1">
            <a:off x="7953905" y="2632402"/>
            <a:ext cx="6882276" cy="1593068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87" name="Google Shape;987;p66"/>
          <p:cNvSpPr/>
          <p:nvPr/>
        </p:nvSpPr>
        <p:spPr>
          <a:xfrm rot="-5400000">
            <a:off x="-2389124" y="2415796"/>
            <a:ext cx="6836563" cy="2058315"/>
          </a:xfrm>
          <a:custGeom>
            <a:avLst/>
            <a:gdLst/>
            <a:ahLst/>
            <a:cxnLst/>
            <a:rect l="l" t="t" r="r" b="b"/>
            <a:pathLst>
              <a:path w="246008" h="61867" extrusionOk="0">
                <a:moveTo>
                  <a:pt x="1" y="0"/>
                </a:moveTo>
                <a:cubicBezTo>
                  <a:pt x="1" y="0"/>
                  <a:pt x="3900" y="44992"/>
                  <a:pt x="39194" y="57840"/>
                </a:cubicBezTo>
                <a:cubicBezTo>
                  <a:pt x="46974" y="60669"/>
                  <a:pt x="53930" y="61867"/>
                  <a:pt x="60240" y="61867"/>
                </a:cubicBezTo>
                <a:cubicBezTo>
                  <a:pt x="95172" y="61867"/>
                  <a:pt x="110319" y="25159"/>
                  <a:pt x="135837" y="25159"/>
                </a:cubicBezTo>
                <a:cubicBezTo>
                  <a:pt x="138295" y="25159"/>
                  <a:pt x="140849" y="25499"/>
                  <a:pt x="143526" y="26246"/>
                </a:cubicBezTo>
                <a:cubicBezTo>
                  <a:pt x="159260" y="30639"/>
                  <a:pt x="172714" y="32419"/>
                  <a:pt x="184185" y="32419"/>
                </a:cubicBezTo>
                <a:cubicBezTo>
                  <a:pt x="233145" y="32419"/>
                  <a:pt x="246008" y="0"/>
                  <a:pt x="24600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88" name="Google Shape;988;p66"/>
          <p:cNvSpPr/>
          <p:nvPr/>
        </p:nvSpPr>
        <p:spPr>
          <a:xfrm rot="-5400000">
            <a:off x="-2568567" y="2574199"/>
            <a:ext cx="6857603" cy="1720469"/>
          </a:xfrm>
          <a:custGeom>
            <a:avLst/>
            <a:gdLst/>
            <a:ahLst/>
            <a:cxnLst/>
            <a:rect l="l" t="t" r="r" b="b"/>
            <a:pathLst>
              <a:path w="264364" h="61984" extrusionOk="0">
                <a:moveTo>
                  <a:pt x="0" y="0"/>
                </a:moveTo>
                <a:lnTo>
                  <a:pt x="0" y="60406"/>
                </a:lnTo>
                <a:cubicBezTo>
                  <a:pt x="2845" y="61497"/>
                  <a:pt x="5907" y="61983"/>
                  <a:pt x="9094" y="61983"/>
                </a:cubicBezTo>
                <a:cubicBezTo>
                  <a:pt x="26664" y="61983"/>
                  <a:pt x="48053" y="47209"/>
                  <a:pt x="57950" y="37427"/>
                </a:cubicBezTo>
                <a:cubicBezTo>
                  <a:pt x="64434" y="31013"/>
                  <a:pt x="70724" y="28611"/>
                  <a:pt x="76592" y="28611"/>
                </a:cubicBezTo>
                <a:cubicBezTo>
                  <a:pt x="86364" y="28611"/>
                  <a:pt x="94966" y="35275"/>
                  <a:pt x="101344" y="41180"/>
                </a:cubicBezTo>
                <a:cubicBezTo>
                  <a:pt x="109706" y="48911"/>
                  <a:pt x="119411" y="51657"/>
                  <a:pt x="128732" y="51657"/>
                </a:cubicBezTo>
                <a:cubicBezTo>
                  <a:pt x="140963" y="51657"/>
                  <a:pt x="152533" y="46928"/>
                  <a:pt x="159536" y="42530"/>
                </a:cubicBezTo>
                <a:cubicBezTo>
                  <a:pt x="163971" y="39737"/>
                  <a:pt x="167611" y="38614"/>
                  <a:pt x="170732" y="38614"/>
                </a:cubicBezTo>
                <a:cubicBezTo>
                  <a:pt x="183490" y="38614"/>
                  <a:pt x="187572" y="57371"/>
                  <a:pt x="201829" y="57371"/>
                </a:cubicBezTo>
                <a:cubicBezTo>
                  <a:pt x="204682" y="57371"/>
                  <a:pt x="207942" y="56619"/>
                  <a:pt x="211761" y="54817"/>
                </a:cubicBezTo>
                <a:cubicBezTo>
                  <a:pt x="216023" y="52806"/>
                  <a:pt x="220035" y="52096"/>
                  <a:pt x="223864" y="52096"/>
                </a:cubicBezTo>
                <a:cubicBezTo>
                  <a:pt x="233065" y="52096"/>
                  <a:pt x="241204" y="56197"/>
                  <a:pt x="249202" y="56197"/>
                </a:cubicBezTo>
                <a:cubicBezTo>
                  <a:pt x="254235" y="56197"/>
                  <a:pt x="259212" y="54573"/>
                  <a:pt x="264364" y="49281"/>
                </a:cubicBezTo>
                <a:lnTo>
                  <a:pt x="26436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89" name="Google Shape;989;p66"/>
          <p:cNvSpPr/>
          <p:nvPr/>
        </p:nvSpPr>
        <p:spPr>
          <a:xfrm rot="-5400000" flipH="1">
            <a:off x="-2503369" y="2508854"/>
            <a:ext cx="6857783" cy="1851044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90" name="Google Shape;990;p66"/>
          <p:cNvSpPr/>
          <p:nvPr/>
        </p:nvSpPr>
        <p:spPr>
          <a:xfrm>
            <a:off x="1472733" y="3613733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91" name="Google Shape;991;p66"/>
          <p:cNvSpPr/>
          <p:nvPr/>
        </p:nvSpPr>
        <p:spPr>
          <a:xfrm>
            <a:off x="2071067" y="4603400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92" name="Google Shape;992;p66"/>
          <p:cNvSpPr/>
          <p:nvPr/>
        </p:nvSpPr>
        <p:spPr>
          <a:xfrm>
            <a:off x="1072467" y="1401767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93" name="Google Shape;993;p66"/>
          <p:cNvSpPr/>
          <p:nvPr/>
        </p:nvSpPr>
        <p:spPr>
          <a:xfrm>
            <a:off x="1559533" y="5557767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94" name="Google Shape;994;p66"/>
          <p:cNvSpPr/>
          <p:nvPr/>
        </p:nvSpPr>
        <p:spPr>
          <a:xfrm>
            <a:off x="2027651" y="955867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95" name="Google Shape;995;p66"/>
          <p:cNvSpPr/>
          <p:nvPr/>
        </p:nvSpPr>
        <p:spPr>
          <a:xfrm rot="10800000" flipH="1">
            <a:off x="11109400" y="2633533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96" name="Google Shape;996;p66"/>
          <p:cNvSpPr/>
          <p:nvPr/>
        </p:nvSpPr>
        <p:spPr>
          <a:xfrm rot="10800000" flipH="1">
            <a:off x="10261133" y="1341967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97" name="Google Shape;997;p66"/>
          <p:cNvSpPr/>
          <p:nvPr/>
        </p:nvSpPr>
        <p:spPr>
          <a:xfrm rot="10800000" flipH="1">
            <a:off x="10392317" y="5989333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403010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ackground 3">
    <p:spTree>
      <p:nvGrpSpPr>
        <p:cNvPr id="1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67"/>
          <p:cNvSpPr/>
          <p:nvPr/>
        </p:nvSpPr>
        <p:spPr>
          <a:xfrm rot="-5911893" flipH="1">
            <a:off x="-477699" y="-1010200"/>
            <a:ext cx="2239713" cy="2718752"/>
          </a:xfrm>
          <a:custGeom>
            <a:avLst/>
            <a:gdLst/>
            <a:ahLst/>
            <a:cxnLst/>
            <a:rect l="l" t="t" r="r" b="b"/>
            <a:pathLst>
              <a:path w="184937" h="139852" extrusionOk="0">
                <a:moveTo>
                  <a:pt x="59024" y="1"/>
                </a:moveTo>
                <a:cubicBezTo>
                  <a:pt x="37702" y="1"/>
                  <a:pt x="17942" y="12858"/>
                  <a:pt x="11925" y="32587"/>
                </a:cubicBezTo>
                <a:cubicBezTo>
                  <a:pt x="1" y="71595"/>
                  <a:pt x="35681" y="113191"/>
                  <a:pt x="79310" y="130384"/>
                </a:cubicBezTo>
                <a:cubicBezTo>
                  <a:pt x="95983" y="136984"/>
                  <a:pt x="112612" y="139851"/>
                  <a:pt x="127490" y="139851"/>
                </a:cubicBezTo>
                <a:cubicBezTo>
                  <a:pt x="160532" y="139851"/>
                  <a:pt x="184937" y="125708"/>
                  <a:pt x="182005" y="106905"/>
                </a:cubicBezTo>
                <a:cubicBezTo>
                  <a:pt x="175997" y="67251"/>
                  <a:pt x="140409" y="105334"/>
                  <a:pt x="114805" y="42848"/>
                </a:cubicBezTo>
                <a:cubicBezTo>
                  <a:pt x="102395" y="12395"/>
                  <a:pt x="79957" y="1"/>
                  <a:pt x="5902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00" name="Google Shape;1000;p67"/>
          <p:cNvSpPr/>
          <p:nvPr/>
        </p:nvSpPr>
        <p:spPr>
          <a:xfrm rot="-515846" flipH="1">
            <a:off x="-2353327" y="-428186"/>
            <a:ext cx="6478336" cy="1312999"/>
          </a:xfrm>
          <a:custGeom>
            <a:avLst/>
            <a:gdLst/>
            <a:ahLst/>
            <a:cxnLst/>
            <a:rect l="l" t="t" r="r" b="b"/>
            <a:pathLst>
              <a:path w="264364" h="48804" extrusionOk="0">
                <a:moveTo>
                  <a:pt x="0" y="1"/>
                </a:moveTo>
                <a:lnTo>
                  <a:pt x="0" y="34052"/>
                </a:lnTo>
                <a:cubicBezTo>
                  <a:pt x="3219" y="35165"/>
                  <a:pt x="6028" y="35625"/>
                  <a:pt x="8547" y="35625"/>
                </a:cubicBezTo>
                <a:cubicBezTo>
                  <a:pt x="20567" y="35625"/>
                  <a:pt x="25980" y="25146"/>
                  <a:pt x="37813" y="25146"/>
                </a:cubicBezTo>
                <a:cubicBezTo>
                  <a:pt x="42388" y="25146"/>
                  <a:pt x="47922" y="26712"/>
                  <a:pt x="55168" y="31055"/>
                </a:cubicBezTo>
                <a:cubicBezTo>
                  <a:pt x="70462" y="40234"/>
                  <a:pt x="80176" y="48502"/>
                  <a:pt x="91777" y="48502"/>
                </a:cubicBezTo>
                <a:cubicBezTo>
                  <a:pt x="98366" y="48502"/>
                  <a:pt x="105563" y="45836"/>
                  <a:pt x="114738" y="39155"/>
                </a:cubicBezTo>
                <a:cubicBezTo>
                  <a:pt x="122916" y="33205"/>
                  <a:pt x="129075" y="31386"/>
                  <a:pt x="134351" y="31386"/>
                </a:cubicBezTo>
                <a:cubicBezTo>
                  <a:pt x="142654" y="31386"/>
                  <a:pt x="148772" y="35892"/>
                  <a:pt x="157136" y="35892"/>
                </a:cubicBezTo>
                <a:cubicBezTo>
                  <a:pt x="163427" y="35892"/>
                  <a:pt x="170988" y="33343"/>
                  <a:pt x="181706" y="24412"/>
                </a:cubicBezTo>
                <a:cubicBezTo>
                  <a:pt x="184794" y="21838"/>
                  <a:pt x="187774" y="20762"/>
                  <a:pt x="190680" y="20762"/>
                </a:cubicBezTo>
                <a:cubicBezTo>
                  <a:pt x="205031" y="20762"/>
                  <a:pt x="217584" y="46994"/>
                  <a:pt x="232473" y="48634"/>
                </a:cubicBezTo>
                <a:cubicBezTo>
                  <a:pt x="233525" y="48749"/>
                  <a:pt x="234513" y="48803"/>
                  <a:pt x="235446" y="48803"/>
                </a:cubicBezTo>
                <a:cubicBezTo>
                  <a:pt x="246713" y="48803"/>
                  <a:pt x="250150" y="40916"/>
                  <a:pt x="264364" y="38048"/>
                </a:cubicBezTo>
                <a:lnTo>
                  <a:pt x="26436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01" name="Google Shape;1001;p67"/>
          <p:cNvSpPr/>
          <p:nvPr/>
        </p:nvSpPr>
        <p:spPr>
          <a:xfrm flipH="1">
            <a:off x="-2384081" y="-416253"/>
            <a:ext cx="6541460" cy="1413437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02" name="Google Shape;1002;p67"/>
          <p:cNvSpPr/>
          <p:nvPr/>
        </p:nvSpPr>
        <p:spPr>
          <a:xfrm rot="4888107" flipH="1">
            <a:off x="1516172" y="5517983"/>
            <a:ext cx="2239713" cy="2718752"/>
          </a:xfrm>
          <a:custGeom>
            <a:avLst/>
            <a:gdLst/>
            <a:ahLst/>
            <a:cxnLst/>
            <a:rect l="l" t="t" r="r" b="b"/>
            <a:pathLst>
              <a:path w="184937" h="139852" extrusionOk="0">
                <a:moveTo>
                  <a:pt x="59024" y="1"/>
                </a:moveTo>
                <a:cubicBezTo>
                  <a:pt x="37702" y="1"/>
                  <a:pt x="17942" y="12858"/>
                  <a:pt x="11925" y="32587"/>
                </a:cubicBezTo>
                <a:cubicBezTo>
                  <a:pt x="1" y="71595"/>
                  <a:pt x="35681" y="113191"/>
                  <a:pt x="79310" y="130384"/>
                </a:cubicBezTo>
                <a:cubicBezTo>
                  <a:pt x="95983" y="136984"/>
                  <a:pt x="112612" y="139851"/>
                  <a:pt x="127490" y="139851"/>
                </a:cubicBezTo>
                <a:cubicBezTo>
                  <a:pt x="160532" y="139851"/>
                  <a:pt x="184937" y="125708"/>
                  <a:pt x="182005" y="106905"/>
                </a:cubicBezTo>
                <a:cubicBezTo>
                  <a:pt x="175997" y="67251"/>
                  <a:pt x="140409" y="105334"/>
                  <a:pt x="114805" y="42848"/>
                </a:cubicBezTo>
                <a:cubicBezTo>
                  <a:pt x="102395" y="12395"/>
                  <a:pt x="79957" y="1"/>
                  <a:pt x="5902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03" name="Google Shape;1003;p67"/>
          <p:cNvSpPr/>
          <p:nvPr/>
        </p:nvSpPr>
        <p:spPr>
          <a:xfrm rot="-9922098" flipH="1">
            <a:off x="-1619824" y="5796630"/>
            <a:ext cx="6478160" cy="1313001"/>
          </a:xfrm>
          <a:custGeom>
            <a:avLst/>
            <a:gdLst/>
            <a:ahLst/>
            <a:cxnLst/>
            <a:rect l="l" t="t" r="r" b="b"/>
            <a:pathLst>
              <a:path w="264364" h="48804" extrusionOk="0">
                <a:moveTo>
                  <a:pt x="0" y="1"/>
                </a:moveTo>
                <a:lnTo>
                  <a:pt x="0" y="34052"/>
                </a:lnTo>
                <a:cubicBezTo>
                  <a:pt x="3219" y="35165"/>
                  <a:pt x="6028" y="35625"/>
                  <a:pt x="8547" y="35625"/>
                </a:cubicBezTo>
                <a:cubicBezTo>
                  <a:pt x="20567" y="35625"/>
                  <a:pt x="25980" y="25146"/>
                  <a:pt x="37813" y="25146"/>
                </a:cubicBezTo>
                <a:cubicBezTo>
                  <a:pt x="42388" y="25146"/>
                  <a:pt x="47922" y="26712"/>
                  <a:pt x="55168" y="31055"/>
                </a:cubicBezTo>
                <a:cubicBezTo>
                  <a:pt x="70462" y="40234"/>
                  <a:pt x="80176" y="48502"/>
                  <a:pt x="91777" y="48502"/>
                </a:cubicBezTo>
                <a:cubicBezTo>
                  <a:pt x="98366" y="48502"/>
                  <a:pt x="105563" y="45836"/>
                  <a:pt x="114738" y="39155"/>
                </a:cubicBezTo>
                <a:cubicBezTo>
                  <a:pt x="122916" y="33205"/>
                  <a:pt x="129075" y="31386"/>
                  <a:pt x="134351" y="31386"/>
                </a:cubicBezTo>
                <a:cubicBezTo>
                  <a:pt x="142654" y="31386"/>
                  <a:pt x="148772" y="35892"/>
                  <a:pt x="157136" y="35892"/>
                </a:cubicBezTo>
                <a:cubicBezTo>
                  <a:pt x="163427" y="35892"/>
                  <a:pt x="170988" y="33343"/>
                  <a:pt x="181706" y="24412"/>
                </a:cubicBezTo>
                <a:cubicBezTo>
                  <a:pt x="184794" y="21838"/>
                  <a:pt x="187774" y="20762"/>
                  <a:pt x="190680" y="20762"/>
                </a:cubicBezTo>
                <a:cubicBezTo>
                  <a:pt x="205031" y="20762"/>
                  <a:pt x="217584" y="46994"/>
                  <a:pt x="232473" y="48634"/>
                </a:cubicBezTo>
                <a:cubicBezTo>
                  <a:pt x="233525" y="48749"/>
                  <a:pt x="234513" y="48803"/>
                  <a:pt x="235446" y="48803"/>
                </a:cubicBezTo>
                <a:cubicBezTo>
                  <a:pt x="246713" y="48803"/>
                  <a:pt x="250150" y="40916"/>
                  <a:pt x="264364" y="38048"/>
                </a:cubicBezTo>
                <a:lnTo>
                  <a:pt x="26436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04" name="Google Shape;1004;p67"/>
          <p:cNvSpPr/>
          <p:nvPr/>
        </p:nvSpPr>
        <p:spPr>
          <a:xfrm rot="-10346708" flipH="1">
            <a:off x="-1003189" y="5971483"/>
            <a:ext cx="6540965" cy="1413405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05" name="Google Shape;1005;p67"/>
          <p:cNvSpPr/>
          <p:nvPr/>
        </p:nvSpPr>
        <p:spPr>
          <a:xfrm rot="5400000">
            <a:off x="1595975" y="112540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06" name="Google Shape;1006;p67"/>
          <p:cNvSpPr/>
          <p:nvPr/>
        </p:nvSpPr>
        <p:spPr>
          <a:xfrm rot="5400000">
            <a:off x="1594959" y="59562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07" name="Google Shape;1007;p67"/>
          <p:cNvSpPr/>
          <p:nvPr/>
        </p:nvSpPr>
        <p:spPr>
          <a:xfrm rot="-5400000">
            <a:off x="720208" y="9218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08" name="Google Shape;1008;p67"/>
          <p:cNvSpPr/>
          <p:nvPr/>
        </p:nvSpPr>
        <p:spPr>
          <a:xfrm rot="5400000">
            <a:off x="720008" y="510987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93473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Background 4">
    <p:spTree>
      <p:nvGrpSpPr>
        <p:cNvPr id="1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68"/>
          <p:cNvSpPr/>
          <p:nvPr/>
        </p:nvSpPr>
        <p:spPr>
          <a:xfrm rot="10800000">
            <a:off x="5250017" y="5881165"/>
            <a:ext cx="5249311" cy="977032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11" name="Google Shape;1011;p68"/>
          <p:cNvSpPr/>
          <p:nvPr/>
        </p:nvSpPr>
        <p:spPr>
          <a:xfrm flipH="1">
            <a:off x="5252850" y="132"/>
            <a:ext cx="6835569" cy="1727905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12" name="Google Shape;1012;p68"/>
          <p:cNvSpPr/>
          <p:nvPr/>
        </p:nvSpPr>
        <p:spPr>
          <a:xfrm rot="10800000" flipH="1">
            <a:off x="6293352" y="5522235"/>
            <a:ext cx="7646707" cy="1335963"/>
          </a:xfrm>
          <a:custGeom>
            <a:avLst/>
            <a:gdLst/>
            <a:ahLst/>
            <a:cxnLst/>
            <a:rect l="l" t="t" r="r" b="b"/>
            <a:pathLst>
              <a:path w="295582" h="107710" extrusionOk="0">
                <a:moveTo>
                  <a:pt x="3890" y="648"/>
                </a:moveTo>
                <a:cubicBezTo>
                  <a:pt x="3890" y="648"/>
                  <a:pt x="1" y="60607"/>
                  <a:pt x="64065" y="49263"/>
                </a:cubicBezTo>
                <a:cubicBezTo>
                  <a:pt x="132883" y="37164"/>
                  <a:pt x="123484" y="107710"/>
                  <a:pt x="183551" y="107710"/>
                </a:cubicBezTo>
                <a:cubicBezTo>
                  <a:pt x="232814" y="107710"/>
                  <a:pt x="209155" y="40513"/>
                  <a:pt x="252368" y="34787"/>
                </a:cubicBezTo>
                <a:cubicBezTo>
                  <a:pt x="295582" y="29061"/>
                  <a:pt x="285751" y="0"/>
                  <a:pt x="2857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13" name="Google Shape;1013;p68"/>
          <p:cNvSpPr/>
          <p:nvPr/>
        </p:nvSpPr>
        <p:spPr>
          <a:xfrm rot="10800000" flipH="1">
            <a:off x="6684612" y="273"/>
            <a:ext cx="5507776" cy="1963783"/>
          </a:xfrm>
          <a:custGeom>
            <a:avLst/>
            <a:gdLst/>
            <a:ahLst/>
            <a:cxnLst/>
            <a:rect l="l" t="t" r="r" b="b"/>
            <a:pathLst>
              <a:path w="285673" h="154588" extrusionOk="0">
                <a:moveTo>
                  <a:pt x="2715" y="154588"/>
                </a:moveTo>
                <a:cubicBezTo>
                  <a:pt x="2715" y="154588"/>
                  <a:pt x="0" y="113633"/>
                  <a:pt x="45298" y="113633"/>
                </a:cubicBezTo>
                <a:cubicBezTo>
                  <a:pt x="90596" y="113633"/>
                  <a:pt x="125888" y="112160"/>
                  <a:pt x="135972" y="50651"/>
                </a:cubicBezTo>
                <a:cubicBezTo>
                  <a:pt x="144194" y="621"/>
                  <a:pt x="221914" y="1"/>
                  <a:pt x="238978" y="40955"/>
                </a:cubicBezTo>
                <a:cubicBezTo>
                  <a:pt x="255965" y="81987"/>
                  <a:pt x="285673" y="81987"/>
                  <a:pt x="285673" y="81987"/>
                </a:cubicBezTo>
                <a:lnTo>
                  <a:pt x="285673" y="1545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14" name="Google Shape;1014;p68"/>
          <p:cNvSpPr/>
          <p:nvPr/>
        </p:nvSpPr>
        <p:spPr>
          <a:xfrm rot="10800000">
            <a:off x="7505048" y="653"/>
            <a:ext cx="4686864" cy="1963544"/>
          </a:xfrm>
          <a:custGeom>
            <a:avLst/>
            <a:gdLst/>
            <a:ahLst/>
            <a:cxnLst/>
            <a:rect l="l" t="t" r="r" b="b"/>
            <a:pathLst>
              <a:path w="305002" h="196093" extrusionOk="0">
                <a:moveTo>
                  <a:pt x="0" y="27686"/>
                </a:moveTo>
                <a:cubicBezTo>
                  <a:pt x="0" y="27686"/>
                  <a:pt x="68206" y="0"/>
                  <a:pt x="88558" y="59039"/>
                </a:cubicBezTo>
                <a:cubicBezTo>
                  <a:pt x="108910" y="118077"/>
                  <a:pt x="211769" y="29244"/>
                  <a:pt x="211769" y="120186"/>
                </a:cubicBezTo>
                <a:cubicBezTo>
                  <a:pt x="211769" y="172257"/>
                  <a:pt x="305002" y="135404"/>
                  <a:pt x="280800" y="196092"/>
                </a:cubicBezTo>
                <a:lnTo>
                  <a:pt x="0" y="196092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15" name="Google Shape;1015;p68"/>
          <p:cNvSpPr/>
          <p:nvPr/>
        </p:nvSpPr>
        <p:spPr>
          <a:xfrm rot="10800000">
            <a:off x="6960777" y="5684627"/>
            <a:ext cx="5249473" cy="1173572"/>
          </a:xfrm>
          <a:custGeom>
            <a:avLst/>
            <a:gdLst/>
            <a:ahLst/>
            <a:cxnLst/>
            <a:rect l="l" t="t" r="r" b="b"/>
            <a:pathLst>
              <a:path w="294198" h="130204" extrusionOk="0">
                <a:moveTo>
                  <a:pt x="283570" y="0"/>
                </a:moveTo>
                <a:cubicBezTo>
                  <a:pt x="283570" y="0"/>
                  <a:pt x="294198" y="57826"/>
                  <a:pt x="203889" y="45181"/>
                </a:cubicBezTo>
                <a:cubicBezTo>
                  <a:pt x="141812" y="36461"/>
                  <a:pt x="157999" y="89109"/>
                  <a:pt x="113581" y="109929"/>
                </a:cubicBezTo>
                <a:cubicBezTo>
                  <a:pt x="70252" y="130203"/>
                  <a:pt x="37442" y="67963"/>
                  <a:pt x="0" y="114071"/>
                </a:cubicBezTo>
                <a:lnTo>
                  <a:pt x="0" y="43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16" name="Google Shape;1016;p68"/>
          <p:cNvSpPr/>
          <p:nvPr/>
        </p:nvSpPr>
        <p:spPr>
          <a:xfrm rot="5400000">
            <a:off x="8703808" y="59777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17" name="Google Shape;1017;p68"/>
          <p:cNvSpPr/>
          <p:nvPr/>
        </p:nvSpPr>
        <p:spPr>
          <a:xfrm rot="5400000">
            <a:off x="7373625" y="12603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18" name="Google Shape;1018;p68"/>
          <p:cNvSpPr/>
          <p:nvPr/>
        </p:nvSpPr>
        <p:spPr>
          <a:xfrm rot="-5400000">
            <a:off x="7828041" y="5774159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19" name="Google Shape;1019;p68"/>
          <p:cNvSpPr/>
          <p:nvPr/>
        </p:nvSpPr>
        <p:spPr>
          <a:xfrm rot="5400000">
            <a:off x="6498675" y="41397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7039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536633"/>
            <a:ext cx="10752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6976099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034;p74">
            <a:extLst>
              <a:ext uri="{FF2B5EF4-FFF2-40B4-BE49-F238E27FC236}">
                <a16:creationId xmlns:a16="http://schemas.microsoft.com/office/drawing/2014/main" id="{F1D98876-0273-47A4-ADC8-1326C7669FFF}"/>
              </a:ext>
            </a:extLst>
          </p:cNvPr>
          <p:cNvSpPr txBox="1">
            <a:spLocks/>
          </p:cNvSpPr>
          <p:nvPr/>
        </p:nvSpPr>
        <p:spPr>
          <a:xfrm>
            <a:off x="627038" y="1736089"/>
            <a:ext cx="10382800" cy="27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defTabSz="1219170">
              <a:buClr>
                <a:srgbClr val="1A4568"/>
              </a:buClr>
            </a:pPr>
            <a:r>
              <a:rPr lang="en-IN" sz="5400" kern="0" dirty="0">
                <a:solidFill>
                  <a:srgbClr val="1A4568"/>
                </a:solidFill>
                <a:latin typeface="Goudy Old Style" panose="02020502050305020303" pitchFamily="18" charset="0"/>
              </a:rPr>
              <a:t>PROJECT</a:t>
            </a:r>
            <a:r>
              <a:rPr lang="en-IN" sz="6000" kern="0" dirty="0">
                <a:solidFill>
                  <a:srgbClr val="1A4568"/>
                </a:solidFill>
                <a:latin typeface="Goudy Old Style" panose="02020502050305020303" pitchFamily="18" charset="0"/>
              </a:rPr>
              <a:t> </a:t>
            </a:r>
          </a:p>
          <a:p>
            <a:pPr defTabSz="1219170">
              <a:buClr>
                <a:srgbClr val="1A4568"/>
              </a:buClr>
            </a:pPr>
            <a:r>
              <a:rPr lang="en-IN" sz="4800" kern="0" dirty="0">
                <a:solidFill>
                  <a:srgbClr val="1A4568"/>
                </a:solidFill>
                <a:latin typeface="Goudy Old Style" panose="02020502050305020303" pitchFamily="18" charset="0"/>
              </a:rPr>
              <a:t>INSURANCE ANALYTICS</a:t>
            </a:r>
          </a:p>
          <a:p>
            <a:pPr defTabSz="1219170">
              <a:buClr>
                <a:srgbClr val="1A4568"/>
              </a:buClr>
            </a:pPr>
            <a:r>
              <a:rPr lang="en-IN" sz="3600" kern="0" dirty="0">
                <a:solidFill>
                  <a:srgbClr val="1A4568"/>
                </a:solidFill>
                <a:latin typeface="Goudy Old Style" panose="02020502050305020303" pitchFamily="18" charset="0"/>
              </a:rPr>
              <a:t>( Excel, Power BI, SQL, Tableau )</a:t>
            </a:r>
          </a:p>
          <a:p>
            <a:pPr defTabSz="1219170">
              <a:buClr>
                <a:srgbClr val="1A4568"/>
              </a:buClr>
            </a:pPr>
            <a:r>
              <a:rPr lang="en-IN" sz="4000" kern="0" dirty="0">
                <a:solidFill>
                  <a:schemeClr val="accent3">
                    <a:lumMod val="50000"/>
                  </a:schemeClr>
                </a:solidFill>
                <a:latin typeface="Goudy Old Style" panose="02020502050305020303" pitchFamily="18" charset="0"/>
              </a:rPr>
              <a:t>GROUP – 3</a:t>
            </a:r>
          </a:p>
        </p:txBody>
      </p:sp>
      <p:sp>
        <p:nvSpPr>
          <p:cNvPr id="9" name="Google Shape;1035;p74">
            <a:extLst>
              <a:ext uri="{FF2B5EF4-FFF2-40B4-BE49-F238E27FC236}">
                <a16:creationId xmlns:a16="http://schemas.microsoft.com/office/drawing/2014/main" id="{E1128F39-F736-4142-88BF-0080693ED5C1}"/>
              </a:ext>
            </a:extLst>
          </p:cNvPr>
          <p:cNvSpPr txBox="1">
            <a:spLocks/>
          </p:cNvSpPr>
          <p:nvPr/>
        </p:nvSpPr>
        <p:spPr>
          <a:xfrm>
            <a:off x="9479618" y="3795964"/>
            <a:ext cx="1458013" cy="2024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AutoNum type="arabicPeriod"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defTabSz="1219170">
              <a:buNone/>
            </a:pPr>
            <a:r>
              <a:rPr lang="en-IN" sz="2000" b="1" kern="0" dirty="0" err="1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IN" sz="2000" b="1" kern="0" dirty="0" err="1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idya</a:t>
            </a:r>
            <a:r>
              <a:rPr lang="en-IN" sz="2000" b="1" kern="0" dirty="0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b="1" kern="0" dirty="0" err="1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IN" sz="2000" b="1" kern="0" dirty="0" err="1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ree</a:t>
            </a:r>
            <a:endParaRPr lang="en-IN" sz="2000" b="1" kern="0" dirty="0" smtClean="0">
              <a:solidFill>
                <a:schemeClr val="bg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defTabSz="1219170">
              <a:buNone/>
            </a:pPr>
            <a:r>
              <a:rPr lang="en-IN" sz="2000" b="1" kern="0" dirty="0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Kavya</a:t>
            </a:r>
          </a:p>
          <a:p>
            <a:pPr marL="0" indent="0" defTabSz="1219170">
              <a:buNone/>
            </a:pPr>
            <a:r>
              <a:rPr lang="en-IN" sz="2000" b="1" kern="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IN" sz="2000" b="1" kern="0" dirty="0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IN" sz="2000" b="1" kern="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IN" sz="2000" b="1" kern="0" dirty="0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aju</a:t>
            </a:r>
          </a:p>
          <a:p>
            <a:pPr marL="0" indent="0" defTabSz="1219170">
              <a:buNone/>
            </a:pPr>
            <a:r>
              <a:rPr lang="en-IN" sz="2000" b="1" kern="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IN" sz="2000" b="1" kern="0" dirty="0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akesh</a:t>
            </a:r>
          </a:p>
          <a:p>
            <a:pPr marL="0" indent="0" defTabSz="1219170">
              <a:buNone/>
            </a:pPr>
            <a:r>
              <a:rPr lang="en-IN" sz="2000" b="1" kern="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IN" sz="2000" b="1" kern="0" dirty="0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hanthi </a:t>
            </a:r>
            <a:r>
              <a:rPr lang="en-IN" sz="2000" b="1" kern="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IN" sz="2000" b="1" kern="0" dirty="0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</a:t>
            </a:r>
          </a:p>
          <a:p>
            <a:pPr marL="0" indent="0" defTabSz="1219170">
              <a:buNone/>
            </a:pPr>
            <a:r>
              <a:rPr lang="en-IN" sz="2000" b="1" kern="0" dirty="0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Sunita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1034;p74">
            <a:extLst>
              <a:ext uri="{FF2B5EF4-FFF2-40B4-BE49-F238E27FC236}">
                <a16:creationId xmlns:a16="http://schemas.microsoft.com/office/drawing/2014/main" id="{83124644-366E-4BC3-A9DF-920CDFD8B489}"/>
              </a:ext>
            </a:extLst>
          </p:cNvPr>
          <p:cNvSpPr txBox="1">
            <a:spLocks/>
          </p:cNvSpPr>
          <p:nvPr/>
        </p:nvSpPr>
        <p:spPr>
          <a:xfrm>
            <a:off x="904600" y="97800"/>
            <a:ext cx="10382800" cy="11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defTabSz="1219170">
              <a:buClr>
                <a:srgbClr val="1A4568"/>
              </a:buClr>
            </a:pPr>
            <a:r>
              <a:rPr lang="en-IN" sz="5000" kern="0" dirty="0">
                <a:solidFill>
                  <a:srgbClr val="1A4568"/>
                </a:solidFill>
                <a:latin typeface="Goudy Old Style" panose="02020502050305020303" pitchFamily="18" charset="0"/>
              </a:rPr>
              <a:t>INTRODUCTION</a:t>
            </a:r>
          </a:p>
        </p:txBody>
      </p:sp>
      <p:sp>
        <p:nvSpPr>
          <p:cNvPr id="51" name="Google Shape;1114;p82">
            <a:extLst>
              <a:ext uri="{FF2B5EF4-FFF2-40B4-BE49-F238E27FC236}">
                <a16:creationId xmlns:a16="http://schemas.microsoft.com/office/drawing/2014/main" id="{59F6549F-6776-46EC-AA40-3BA64F45E0C2}"/>
              </a:ext>
            </a:extLst>
          </p:cNvPr>
          <p:cNvSpPr txBox="1">
            <a:spLocks/>
          </p:cNvSpPr>
          <p:nvPr/>
        </p:nvSpPr>
        <p:spPr>
          <a:xfrm>
            <a:off x="788965" y="1424333"/>
            <a:ext cx="10764127" cy="4009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marL="457189" indent="-457189" algn="just" defTabSz="1219170">
              <a:lnSpc>
                <a:spcPct val="150000"/>
              </a:lnSpc>
              <a:buClr>
                <a:srgbClr val="1A4568"/>
              </a:buClr>
              <a:buFont typeface="Wingdings" panose="05000000000000000000" pitchFamily="2" charset="2"/>
              <a:buChar char="Ø"/>
            </a:pPr>
            <a:r>
              <a:rPr lang="en-US" sz="2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project showcases our end-to-end data analysis skills using Excel, SQL, Power BI, and Tableau. We worked with multiple datasets—covering meeting records, invoices, brokerage data, fees, and individual budgets. </a:t>
            </a:r>
          </a:p>
          <a:p>
            <a:pPr marL="457189" indent="-457189" algn="just" defTabSz="1219170">
              <a:lnSpc>
                <a:spcPct val="150000"/>
              </a:lnSpc>
              <a:buClr>
                <a:srgbClr val="1A4568"/>
              </a:buClr>
              <a:buFont typeface="Wingdings" panose="05000000000000000000" pitchFamily="2" charset="2"/>
              <a:buChar char="Ø"/>
            </a:pPr>
            <a:r>
              <a:rPr lang="en-US" sz="2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goal was to extract insights, track performance metrics, and create interactive dashboards to support decision-making. Each tool played a unique role in the data journey—from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cleaning and transformation to visualization and storytelling.</a:t>
            </a:r>
            <a:endParaRPr lang="en-US" sz="2400" kern="0" dirty="0">
              <a:solidFill>
                <a:srgbClr val="EFEFEF">
                  <a:lumMod val="10000"/>
                </a:srgb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1034;p74">
            <a:extLst>
              <a:ext uri="{FF2B5EF4-FFF2-40B4-BE49-F238E27FC236}">
                <a16:creationId xmlns:a16="http://schemas.microsoft.com/office/drawing/2014/main" id="{83124644-366E-4BC3-A9DF-920CDFD8B489}"/>
              </a:ext>
            </a:extLst>
          </p:cNvPr>
          <p:cNvSpPr txBox="1">
            <a:spLocks/>
          </p:cNvSpPr>
          <p:nvPr/>
        </p:nvSpPr>
        <p:spPr>
          <a:xfrm>
            <a:off x="514040" y="0"/>
            <a:ext cx="10382800" cy="11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defTabSz="1219170">
              <a:buClr>
                <a:srgbClr val="1A4568"/>
              </a:buClr>
            </a:pPr>
            <a:r>
              <a:rPr lang="en-IN" sz="5000" kern="0" dirty="0">
                <a:solidFill>
                  <a:srgbClr val="1A4568"/>
                </a:solidFill>
                <a:latin typeface="Goudy Old Style" panose="02020502050305020303" pitchFamily="18" charset="0"/>
              </a:rPr>
              <a:t>OBJECTIVES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BC94D9-8BD1-EA70-85AA-BC8C3D3E83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799" y="1681877"/>
            <a:ext cx="7107115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clean and combine multiple datasets from different sources</a:t>
            </a: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analyze key performance indicators (KPIs) such as revenue, meeting counts, and budget utilization</a:t>
            </a: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create dashboards for visualizing trends and performance</a:t>
            </a: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deliver actionable insights and recommendations for better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decisions.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FFD4E2-4085-82D7-E249-3BDEB3762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2921" y="1300480"/>
            <a:ext cx="4105239" cy="3302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9D1338E-AA82-F068-4995-D720840CD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3623" y="1300480"/>
            <a:ext cx="4441372" cy="372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235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1034;p74">
            <a:extLst>
              <a:ext uri="{FF2B5EF4-FFF2-40B4-BE49-F238E27FC236}">
                <a16:creationId xmlns:a16="http://schemas.microsoft.com/office/drawing/2014/main" id="{83124644-366E-4BC3-A9DF-920CDFD8B489}"/>
              </a:ext>
            </a:extLst>
          </p:cNvPr>
          <p:cNvSpPr txBox="1">
            <a:spLocks/>
          </p:cNvSpPr>
          <p:nvPr/>
        </p:nvSpPr>
        <p:spPr>
          <a:xfrm>
            <a:off x="904600" y="97800"/>
            <a:ext cx="10382800" cy="11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defTabSz="1219170">
              <a:buClr>
                <a:srgbClr val="1A4568"/>
              </a:buClr>
            </a:pPr>
            <a:r>
              <a:rPr lang="en-IN" sz="5000" kern="0" dirty="0">
                <a:solidFill>
                  <a:srgbClr val="1A4568"/>
                </a:solidFill>
                <a:latin typeface="Goudy Old Style" panose="02020502050305020303" pitchFamily="18" charset="0"/>
              </a:rPr>
              <a:t>DATA CLEANING PROCESS</a:t>
            </a:r>
          </a:p>
        </p:txBody>
      </p:sp>
      <p:sp>
        <p:nvSpPr>
          <p:cNvPr id="51" name="Google Shape;1114;p82">
            <a:extLst>
              <a:ext uri="{FF2B5EF4-FFF2-40B4-BE49-F238E27FC236}">
                <a16:creationId xmlns:a16="http://schemas.microsoft.com/office/drawing/2014/main" id="{59F6549F-6776-46EC-AA40-3BA64F45E0C2}"/>
              </a:ext>
            </a:extLst>
          </p:cNvPr>
          <p:cNvSpPr txBox="1">
            <a:spLocks/>
          </p:cNvSpPr>
          <p:nvPr/>
        </p:nvSpPr>
        <p:spPr>
          <a:xfrm>
            <a:off x="669052" y="1652036"/>
            <a:ext cx="7511143" cy="383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marL="457189" indent="-457189" algn="l" defTabSz="1219170">
              <a:lnSpc>
                <a:spcPct val="150000"/>
              </a:lnSpc>
              <a:buClr>
                <a:srgbClr val="1A4568"/>
              </a:buClr>
              <a:buFont typeface="Wingdings" panose="05000000000000000000" pitchFamily="2" charset="2"/>
              <a:buChar char="ü"/>
            </a:pPr>
            <a:r>
              <a:rPr lang="en-US" sz="2400" b="0" kern="0" dirty="0">
                <a:solidFill>
                  <a:srgbClr val="EFEFEF">
                    <a:lumMod val="1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Removed duplicates, null values, and irrelevant fields.</a:t>
            </a:r>
          </a:p>
          <a:p>
            <a:pPr marL="457189" indent="-457189" algn="l" defTabSz="1219170">
              <a:lnSpc>
                <a:spcPct val="150000"/>
              </a:lnSpc>
              <a:buClr>
                <a:srgbClr val="1A4568"/>
              </a:buClr>
              <a:buFont typeface="Wingdings" panose="05000000000000000000" pitchFamily="2" charset="2"/>
              <a:buChar char="ü"/>
            </a:pPr>
            <a:r>
              <a:rPr lang="en-US" sz="2400" b="0" kern="0" dirty="0">
                <a:solidFill>
                  <a:srgbClr val="EFEFEF">
                    <a:lumMod val="1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Standardized formats (dates, categories, numerical values).</a:t>
            </a:r>
          </a:p>
          <a:p>
            <a:pPr marL="457189" indent="-457189" algn="l" defTabSz="1219170">
              <a:lnSpc>
                <a:spcPct val="150000"/>
              </a:lnSpc>
              <a:buClr>
                <a:srgbClr val="1A4568"/>
              </a:buClr>
              <a:buFont typeface="Wingdings" panose="05000000000000000000" pitchFamily="2" charset="2"/>
              <a:buChar char="ü"/>
            </a:pPr>
            <a:r>
              <a:rPr lang="en-US" sz="2400" b="0" kern="0" dirty="0">
                <a:solidFill>
                  <a:srgbClr val="EFEFEF">
                    <a:lumMod val="1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Handled missing values with appropriate imputation.</a:t>
            </a:r>
          </a:p>
          <a:p>
            <a:pPr marL="457189" indent="-457189" algn="l" defTabSz="1219170">
              <a:lnSpc>
                <a:spcPct val="150000"/>
              </a:lnSpc>
              <a:buClr>
                <a:srgbClr val="1A4568"/>
              </a:buClr>
              <a:buFont typeface="Wingdings" panose="05000000000000000000" pitchFamily="2" charset="2"/>
              <a:buChar char="ü"/>
            </a:pPr>
            <a:r>
              <a:rPr lang="en-US" sz="2400" b="0" kern="0" dirty="0">
                <a:solidFill>
                  <a:srgbClr val="EFEFEF">
                    <a:lumMod val="1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Verified data consistency across datasets.</a:t>
            </a:r>
          </a:p>
          <a:p>
            <a:pPr marL="457189" indent="-457189" algn="l" defTabSz="1219170">
              <a:lnSpc>
                <a:spcPct val="150000"/>
              </a:lnSpc>
              <a:buClr>
                <a:srgbClr val="1A4568"/>
              </a:buClr>
              <a:buFont typeface="Wingdings" panose="05000000000000000000" pitchFamily="2" charset="2"/>
              <a:buChar char="ü"/>
            </a:pPr>
            <a:r>
              <a:rPr lang="en-US" sz="2400" b="0" kern="0" dirty="0">
                <a:solidFill>
                  <a:srgbClr val="EFEFEF">
                    <a:lumMod val="1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Ensured clean, structured data for analysis.</a:t>
            </a:r>
          </a:p>
          <a:p>
            <a:pPr marL="0" indent="0" algn="l" defTabSz="1219170">
              <a:lnSpc>
                <a:spcPct val="150000"/>
              </a:lnSpc>
              <a:buClr>
                <a:srgbClr val="1A4568"/>
              </a:buClr>
            </a:pPr>
            <a:endParaRPr lang="en-US" sz="2667" b="0" kern="0" dirty="0">
              <a:solidFill>
                <a:srgbClr val="EFEFEF">
                  <a:lumMod val="10000"/>
                </a:srgb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026" name="Picture 2" descr="Generated image">
            <a:extLst>
              <a:ext uri="{FF2B5EF4-FFF2-40B4-BE49-F238E27FC236}">
                <a16:creationId xmlns:a16="http://schemas.microsoft.com/office/drawing/2014/main" id="{87837A4C-29F3-418F-BF83-AC3451CBB8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8119" y="1652036"/>
            <a:ext cx="3635370" cy="298770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999370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2">
          <a:extLst>
            <a:ext uri="{FF2B5EF4-FFF2-40B4-BE49-F238E27FC236}">
              <a16:creationId xmlns:a16="http://schemas.microsoft.com/office/drawing/2014/main" id="{1D51674B-1DB5-44DF-23A4-9E0C28FEC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1034;p74">
            <a:extLst>
              <a:ext uri="{FF2B5EF4-FFF2-40B4-BE49-F238E27FC236}">
                <a16:creationId xmlns:a16="http://schemas.microsoft.com/office/drawing/2014/main" id="{72572706-3114-DF96-7221-9408A6202C48}"/>
              </a:ext>
            </a:extLst>
          </p:cNvPr>
          <p:cNvSpPr txBox="1">
            <a:spLocks/>
          </p:cNvSpPr>
          <p:nvPr/>
        </p:nvSpPr>
        <p:spPr>
          <a:xfrm>
            <a:off x="904600" y="97800"/>
            <a:ext cx="10382800" cy="11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defTabSz="1219170">
              <a:buClr>
                <a:srgbClr val="1A4568"/>
              </a:buClr>
            </a:pPr>
            <a:r>
              <a:rPr lang="en-IN" sz="5000" kern="0" dirty="0">
                <a:solidFill>
                  <a:srgbClr val="1A4568"/>
                </a:solidFill>
                <a:latin typeface="Goudy Old Style" panose="02020502050305020303" pitchFamily="18" charset="0"/>
              </a:rPr>
              <a:t>DATA OVERVIEW 1</a:t>
            </a:r>
          </a:p>
        </p:txBody>
      </p:sp>
      <p:sp>
        <p:nvSpPr>
          <p:cNvPr id="51" name="Google Shape;1114;p82">
            <a:extLst>
              <a:ext uri="{FF2B5EF4-FFF2-40B4-BE49-F238E27FC236}">
                <a16:creationId xmlns:a16="http://schemas.microsoft.com/office/drawing/2014/main" id="{1F4C084E-2C80-CF8C-FE09-B78CC05ECA1C}"/>
              </a:ext>
            </a:extLst>
          </p:cNvPr>
          <p:cNvSpPr txBox="1">
            <a:spLocks/>
          </p:cNvSpPr>
          <p:nvPr/>
        </p:nvSpPr>
        <p:spPr>
          <a:xfrm>
            <a:off x="904600" y="1443045"/>
            <a:ext cx="9953900" cy="4730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marL="457189" indent="-457189" algn="just" defTabSz="1219170">
              <a:lnSpc>
                <a:spcPct val="150000"/>
              </a:lnSpc>
              <a:buClr>
                <a:srgbClr val="1A4568"/>
              </a:buClr>
              <a:buFont typeface="Wingdings" panose="05000000000000000000" pitchFamily="2" charset="2"/>
              <a:buChar char="§"/>
            </a:pPr>
            <a:r>
              <a:rPr lang="en-US" sz="2400" b="0" kern="0" dirty="0">
                <a:solidFill>
                  <a:srgbClr val="EFEFEF">
                    <a:lumMod val="1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Meeting Data: Information on Client meetings, account executives, and timestamps.</a:t>
            </a:r>
          </a:p>
          <a:p>
            <a:pPr marL="457189" indent="-457189" algn="just" defTabSz="1219170">
              <a:lnSpc>
                <a:spcPct val="150000"/>
              </a:lnSpc>
              <a:buClr>
                <a:srgbClr val="1A4568"/>
              </a:buClr>
              <a:buFont typeface="Wingdings" panose="05000000000000000000" pitchFamily="2" charset="2"/>
              <a:buChar char="§"/>
            </a:pPr>
            <a:r>
              <a:rPr lang="en-US" sz="2400" b="0" kern="0" dirty="0">
                <a:solidFill>
                  <a:srgbClr val="EFEFEF">
                    <a:lumMod val="1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Invoice Data: Details of billed amounts and billing dates.</a:t>
            </a:r>
          </a:p>
          <a:p>
            <a:pPr marL="457189" indent="-457189" algn="just" defTabSz="1219170">
              <a:lnSpc>
                <a:spcPct val="150000"/>
              </a:lnSpc>
              <a:buClr>
                <a:srgbClr val="1A4568"/>
              </a:buClr>
              <a:buFont typeface="Wingdings" panose="05000000000000000000" pitchFamily="2" charset="2"/>
              <a:buChar char="§"/>
            </a:pPr>
            <a:r>
              <a:rPr lang="en-US" sz="2400" b="0" kern="0" dirty="0">
                <a:solidFill>
                  <a:srgbClr val="EFEFEF">
                    <a:lumMod val="1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Brokerage Data: Records of commissions and brokerage earnings.</a:t>
            </a:r>
          </a:p>
          <a:p>
            <a:pPr marL="457189" indent="-457189" algn="just" defTabSz="1219170">
              <a:lnSpc>
                <a:spcPct val="150000"/>
              </a:lnSpc>
              <a:buClr>
                <a:srgbClr val="1A4568"/>
              </a:buClr>
              <a:buFont typeface="Wingdings" panose="05000000000000000000" pitchFamily="2" charset="2"/>
              <a:buChar char="§"/>
            </a:pPr>
            <a:r>
              <a:rPr lang="en-US" sz="2400" b="0" kern="0" dirty="0">
                <a:solidFill>
                  <a:srgbClr val="EFEFEF">
                    <a:lumMod val="1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Fees Data: Different types of service fees charged.</a:t>
            </a:r>
          </a:p>
          <a:p>
            <a:pPr marL="457189" indent="-457189" algn="just" defTabSz="1219170">
              <a:lnSpc>
                <a:spcPct val="150000"/>
              </a:lnSpc>
              <a:buClr>
                <a:srgbClr val="1A4568"/>
              </a:buClr>
              <a:buFont typeface="Wingdings" panose="05000000000000000000" pitchFamily="2" charset="2"/>
              <a:buChar char="§"/>
            </a:pPr>
            <a:r>
              <a:rPr lang="en-US" sz="2400" b="0" kern="0" dirty="0">
                <a:solidFill>
                  <a:srgbClr val="EFEFEF">
                    <a:lumMod val="1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Individual Budgets: Budgets assigned to teams or individuals.</a:t>
            </a:r>
          </a:p>
        </p:txBody>
      </p:sp>
    </p:spTree>
    <p:extLst>
      <p:ext uri="{BB962C8B-B14F-4D97-AF65-F5344CB8AC3E}">
        <p14:creationId xmlns:p14="http://schemas.microsoft.com/office/powerpoint/2010/main" val="3078726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2">
          <a:extLst>
            <a:ext uri="{FF2B5EF4-FFF2-40B4-BE49-F238E27FC236}">
              <a16:creationId xmlns:a16="http://schemas.microsoft.com/office/drawing/2014/main" id="{6DFF6010-C4F2-B4E6-AEB5-37AD13134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1034;p74">
            <a:extLst>
              <a:ext uri="{FF2B5EF4-FFF2-40B4-BE49-F238E27FC236}">
                <a16:creationId xmlns:a16="http://schemas.microsoft.com/office/drawing/2014/main" id="{B922D99C-F4FB-B3F7-281C-A2CC2AA63295}"/>
              </a:ext>
            </a:extLst>
          </p:cNvPr>
          <p:cNvSpPr txBox="1">
            <a:spLocks/>
          </p:cNvSpPr>
          <p:nvPr/>
        </p:nvSpPr>
        <p:spPr>
          <a:xfrm>
            <a:off x="904600" y="97800"/>
            <a:ext cx="10382800" cy="11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defTabSz="1219170">
              <a:buClr>
                <a:srgbClr val="1A4568"/>
              </a:buClr>
            </a:pPr>
            <a:r>
              <a:rPr lang="en-IN" sz="5000" kern="0" dirty="0">
                <a:solidFill>
                  <a:srgbClr val="1A4568"/>
                </a:solidFill>
                <a:latin typeface="Goudy Old Style" panose="02020502050305020303" pitchFamily="18" charset="0"/>
              </a:rPr>
              <a:t>DATA OVERVIEW 2</a:t>
            </a:r>
          </a:p>
        </p:txBody>
      </p:sp>
      <p:sp>
        <p:nvSpPr>
          <p:cNvPr id="51" name="Google Shape;1114;p82">
            <a:extLst>
              <a:ext uri="{FF2B5EF4-FFF2-40B4-BE49-F238E27FC236}">
                <a16:creationId xmlns:a16="http://schemas.microsoft.com/office/drawing/2014/main" id="{FAA91717-09DC-DC2D-9F90-BB371C04E068}"/>
              </a:ext>
            </a:extLst>
          </p:cNvPr>
          <p:cNvSpPr txBox="1">
            <a:spLocks/>
          </p:cNvSpPr>
          <p:nvPr/>
        </p:nvSpPr>
        <p:spPr>
          <a:xfrm>
            <a:off x="465992" y="1898720"/>
            <a:ext cx="7654752" cy="37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marL="457189" indent="-457189" algn="just" defTabSz="1219170">
              <a:lnSpc>
                <a:spcPct val="150000"/>
              </a:lnSpc>
              <a:buClr>
                <a:srgbClr val="1A4568"/>
              </a:buClr>
              <a:buFont typeface="Arial" panose="020B0604020202020204" pitchFamily="34" charset="0"/>
              <a:buChar char="•"/>
            </a:pPr>
            <a:r>
              <a:rPr lang="en-US" sz="2300" b="0" kern="0" dirty="0">
                <a:solidFill>
                  <a:srgbClr val="EFEFEF">
                    <a:lumMod val="1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 Excel, We began by cleaning and organizing the data. Power Query and Power Pivot helped to merge the datasets and create Data Models</a:t>
            </a:r>
            <a:r>
              <a:rPr lang="en-US" sz="2300" b="0" kern="0" dirty="0" smtClean="0">
                <a:solidFill>
                  <a:srgbClr val="EFEFEF">
                    <a:lumMod val="1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300" b="0" kern="0" dirty="0">
              <a:solidFill>
                <a:srgbClr val="EFEFEF">
                  <a:lumMod val="10000"/>
                </a:srgb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189" indent="-457189" algn="just" defTabSz="1219170">
              <a:lnSpc>
                <a:spcPct val="150000"/>
              </a:lnSpc>
              <a:buClr>
                <a:srgbClr val="1A4568"/>
              </a:buClr>
              <a:buFont typeface="Arial" panose="020B0604020202020204" pitchFamily="34" charset="0"/>
              <a:buChar char="•"/>
            </a:pPr>
            <a:r>
              <a:rPr lang="en-US" sz="2300" b="0" kern="0" dirty="0">
                <a:solidFill>
                  <a:srgbClr val="EFEFEF">
                    <a:lumMod val="1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was used for querying structure data and performing joins, aggregations, and filtering</a:t>
            </a:r>
            <a:r>
              <a:rPr lang="en-US" sz="2300" b="0" kern="0" dirty="0" smtClean="0">
                <a:solidFill>
                  <a:srgbClr val="EFEFEF">
                    <a:lumMod val="1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300" b="0" kern="0" dirty="0">
              <a:solidFill>
                <a:srgbClr val="EFEFEF">
                  <a:lumMod val="10000"/>
                </a:srgb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189" indent="-457189" algn="just" defTabSz="1219170">
              <a:lnSpc>
                <a:spcPct val="150000"/>
              </a:lnSpc>
              <a:buClr>
                <a:srgbClr val="1A4568"/>
              </a:buClr>
              <a:buFont typeface="Arial" panose="020B0604020202020204" pitchFamily="34" charset="0"/>
              <a:buChar char="•"/>
            </a:pPr>
            <a:r>
              <a:rPr lang="en-US" sz="2300" b="0" kern="0" dirty="0">
                <a:solidFill>
                  <a:srgbClr val="EFEFEF">
                    <a:lumMod val="1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refined data was visualized in Power BI and </a:t>
            </a:r>
            <a:r>
              <a:rPr lang="en-US" sz="2300" b="0" kern="0" dirty="0" smtClean="0">
                <a:solidFill>
                  <a:srgbClr val="EFEFEF">
                    <a:lumMod val="1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Tableau.</a:t>
            </a:r>
            <a:endParaRPr lang="en-US" sz="2300" b="0" kern="0" dirty="0">
              <a:solidFill>
                <a:srgbClr val="EFEFEF">
                  <a:lumMod val="10000"/>
                </a:srgb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4" descr="Generated image">
            <a:extLst>
              <a:ext uri="{FF2B5EF4-FFF2-40B4-BE49-F238E27FC236}">
                <a16:creationId xmlns:a16="http://schemas.microsoft.com/office/drawing/2014/main" id="{9B175D0F-3F65-BDB5-2ACC-156D6172F6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0744" y="1898720"/>
            <a:ext cx="3758341" cy="306056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214031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7147B0-55DA-18FF-E98F-624D7FCEAC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56" y="312284"/>
            <a:ext cx="11996059" cy="654571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D4CF87-3468-76DD-E742-BEAABE181FDC}"/>
              </a:ext>
            </a:extLst>
          </p:cNvPr>
          <p:cNvSpPr txBox="1"/>
          <p:nvPr/>
        </p:nvSpPr>
        <p:spPr>
          <a:xfrm>
            <a:off x="4332514" y="0"/>
            <a:ext cx="3113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highlight>
                  <a:srgbClr val="000080"/>
                </a:highlight>
              </a:rPr>
              <a:t>Excel Dashboard Preview</a:t>
            </a:r>
            <a:endParaRPr lang="en-IN" b="1" dirty="0">
              <a:solidFill>
                <a:schemeClr val="bg1"/>
              </a:solidFill>
              <a:highlight>
                <a:srgbClr val="00008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37879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8B6554-01EF-0071-9312-768D5AFAFB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963" y="437276"/>
            <a:ext cx="11598728" cy="642072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6B815B9-A399-FB24-72E7-11ABFB8FA9D7}"/>
              </a:ext>
            </a:extLst>
          </p:cNvPr>
          <p:cNvSpPr txBox="1"/>
          <p:nvPr/>
        </p:nvSpPr>
        <p:spPr>
          <a:xfrm>
            <a:off x="4539343" y="67944"/>
            <a:ext cx="3755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highlight>
                  <a:srgbClr val="000080"/>
                </a:highlight>
              </a:rPr>
              <a:t>SQL Commands Preview</a:t>
            </a:r>
            <a:endParaRPr lang="en-IN" b="1" dirty="0">
              <a:solidFill>
                <a:schemeClr val="bg1"/>
              </a:solidFill>
              <a:highlight>
                <a:srgbClr val="000080"/>
              </a:highlight>
            </a:endParaRPr>
          </a:p>
        </p:txBody>
      </p:sp>
      <p:pic>
        <p:nvPicPr>
          <p:cNvPr id="5" name="Picture 4" descr="A group of rectangular objects with text&#10;&#10;AI-generated content may be incorrect.">
            <a:extLst>
              <a:ext uri="{FF2B5EF4-FFF2-40B4-BE49-F238E27FC236}">
                <a16:creationId xmlns:a16="http://schemas.microsoft.com/office/drawing/2014/main" id="{A452E7CE-1D8A-8AFF-921E-B8DF072FA6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1527" y="1012372"/>
            <a:ext cx="6099087" cy="3439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227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F0F60E-B663-F9F7-FDB1-1EA2310E74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0114"/>
            <a:ext cx="12192000" cy="642325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A2C575B-2404-20A3-9B3E-3B6CCD74C7C8}"/>
              </a:ext>
            </a:extLst>
          </p:cNvPr>
          <p:cNvSpPr txBox="1"/>
          <p:nvPr/>
        </p:nvSpPr>
        <p:spPr>
          <a:xfrm>
            <a:off x="4430486" y="0"/>
            <a:ext cx="3951514" cy="370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highlight>
                  <a:srgbClr val="000080"/>
                </a:highlight>
              </a:rPr>
              <a:t>Power BI Dashboard Preview</a:t>
            </a:r>
            <a:endParaRPr lang="en-IN" b="1" dirty="0">
              <a:solidFill>
                <a:schemeClr val="bg1"/>
              </a:solidFill>
              <a:highlight>
                <a:srgbClr val="00008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585688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F58017-103B-4A48-3E27-574D6B3BB3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9241"/>
            <a:ext cx="12094029" cy="63987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0186898-2B12-7769-20BD-F13BDEBEDC91}"/>
              </a:ext>
            </a:extLst>
          </p:cNvPr>
          <p:cNvSpPr txBox="1"/>
          <p:nvPr/>
        </p:nvSpPr>
        <p:spPr>
          <a:xfrm>
            <a:off x="3984171" y="899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highlight>
                  <a:srgbClr val="000080"/>
                </a:highlight>
              </a:rPr>
              <a:t>Tableau Dashboard Preview</a:t>
            </a:r>
            <a:endParaRPr lang="en-IN" b="1" dirty="0">
              <a:solidFill>
                <a:schemeClr val="bg1"/>
              </a:solidFill>
              <a:highlight>
                <a:srgbClr val="00008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81487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1034;p74">
            <a:extLst>
              <a:ext uri="{FF2B5EF4-FFF2-40B4-BE49-F238E27FC236}">
                <a16:creationId xmlns:a16="http://schemas.microsoft.com/office/drawing/2014/main" id="{83124644-366E-4BC3-A9DF-920CDFD8B489}"/>
              </a:ext>
            </a:extLst>
          </p:cNvPr>
          <p:cNvSpPr txBox="1">
            <a:spLocks/>
          </p:cNvSpPr>
          <p:nvPr/>
        </p:nvSpPr>
        <p:spPr>
          <a:xfrm>
            <a:off x="904600" y="97800"/>
            <a:ext cx="10382800" cy="11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defTabSz="1219170">
              <a:buClr>
                <a:srgbClr val="1A4568"/>
              </a:buClr>
            </a:pPr>
            <a:r>
              <a:rPr lang="en-IN" sz="5000" kern="0" dirty="0">
                <a:solidFill>
                  <a:srgbClr val="1A4568"/>
                </a:solidFill>
                <a:latin typeface="Goudy Old Style" panose="02020502050305020303" pitchFamily="18" charset="0"/>
              </a:rPr>
              <a:t>CHALLENGES</a:t>
            </a:r>
          </a:p>
        </p:txBody>
      </p:sp>
      <p:sp>
        <p:nvSpPr>
          <p:cNvPr id="51" name="Google Shape;1114;p82">
            <a:extLst>
              <a:ext uri="{FF2B5EF4-FFF2-40B4-BE49-F238E27FC236}">
                <a16:creationId xmlns:a16="http://schemas.microsoft.com/office/drawing/2014/main" id="{59F6549F-6776-46EC-AA40-3BA64F45E0C2}"/>
              </a:ext>
            </a:extLst>
          </p:cNvPr>
          <p:cNvSpPr txBox="1">
            <a:spLocks/>
          </p:cNvSpPr>
          <p:nvPr/>
        </p:nvSpPr>
        <p:spPr>
          <a:xfrm>
            <a:off x="1569023" y="1662076"/>
            <a:ext cx="5191400" cy="3859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marL="457189" indent="-457189" algn="l" defTabSz="1219170">
              <a:lnSpc>
                <a:spcPct val="150000"/>
              </a:lnSpc>
              <a:buClr>
                <a:srgbClr val="1A4568"/>
              </a:buClr>
              <a:buFont typeface="Arial" panose="020B0604020202020204" pitchFamily="34" charset="0"/>
              <a:buChar char="•"/>
            </a:pPr>
            <a:r>
              <a:rPr lang="en-US" sz="2400" b="0" kern="0" dirty="0">
                <a:solidFill>
                  <a:srgbClr val="EFEFEF">
                    <a:lumMod val="1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Quality</a:t>
            </a:r>
          </a:p>
          <a:p>
            <a:pPr marL="457189" indent="-457189" algn="l" defTabSz="1219170">
              <a:lnSpc>
                <a:spcPct val="150000"/>
              </a:lnSpc>
              <a:buClr>
                <a:srgbClr val="1A4568"/>
              </a:buClr>
              <a:buFont typeface="Arial" panose="020B0604020202020204" pitchFamily="34" charset="0"/>
              <a:buChar char="•"/>
            </a:pPr>
            <a:r>
              <a:rPr lang="en-US" sz="2400" b="0" kern="0" dirty="0">
                <a:solidFill>
                  <a:srgbClr val="EFEFEF">
                    <a:lumMod val="1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Large Datasets</a:t>
            </a:r>
          </a:p>
          <a:p>
            <a:pPr marL="457189" indent="-457189" algn="l" defTabSz="1219170">
              <a:lnSpc>
                <a:spcPct val="150000"/>
              </a:lnSpc>
              <a:buClr>
                <a:srgbClr val="1A4568"/>
              </a:buClr>
              <a:buFont typeface="Arial" panose="020B0604020202020204" pitchFamily="34" charset="0"/>
              <a:buChar char="•"/>
            </a:pPr>
            <a:r>
              <a:rPr lang="en-US" sz="2400" b="0" kern="0" dirty="0">
                <a:solidFill>
                  <a:srgbClr val="EFEFEF">
                    <a:lumMod val="1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Complex KPIs</a:t>
            </a:r>
          </a:p>
          <a:p>
            <a:pPr marL="457189" indent="-457189" algn="l" defTabSz="1219170">
              <a:lnSpc>
                <a:spcPct val="150000"/>
              </a:lnSpc>
              <a:buClr>
                <a:srgbClr val="1A4568"/>
              </a:buClr>
              <a:buFont typeface="Arial" panose="020B0604020202020204" pitchFamily="34" charset="0"/>
              <a:buChar char="•"/>
            </a:pPr>
            <a:r>
              <a:rPr lang="en-US" sz="2400" b="0" kern="0" dirty="0">
                <a:solidFill>
                  <a:srgbClr val="EFEFEF">
                    <a:lumMod val="1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Evaluation</a:t>
            </a:r>
          </a:p>
          <a:p>
            <a:pPr marL="457189" indent="-457189" algn="l" defTabSz="1219170">
              <a:lnSpc>
                <a:spcPct val="150000"/>
              </a:lnSpc>
              <a:buClr>
                <a:srgbClr val="1A4568"/>
              </a:buClr>
              <a:buFont typeface="Arial" panose="020B0604020202020204" pitchFamily="34" charset="0"/>
              <a:buChar char="•"/>
            </a:pPr>
            <a:r>
              <a:rPr lang="en-US" sz="2400" b="0" kern="0" dirty="0">
                <a:solidFill>
                  <a:srgbClr val="EFEFEF">
                    <a:lumMod val="1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Data Loading</a:t>
            </a:r>
          </a:p>
        </p:txBody>
      </p:sp>
      <p:pic>
        <p:nvPicPr>
          <p:cNvPr id="3074" name="Picture 2" descr="Generated image">
            <a:extLst>
              <a:ext uri="{FF2B5EF4-FFF2-40B4-BE49-F238E27FC236}">
                <a16:creationId xmlns:a16="http://schemas.microsoft.com/office/drawing/2014/main" id="{CD6354CA-F2F7-40D3-B990-4C80DDD2C2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2097" y="1477437"/>
            <a:ext cx="3569017" cy="35690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206823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1034;p74">
            <a:extLst>
              <a:ext uri="{FF2B5EF4-FFF2-40B4-BE49-F238E27FC236}">
                <a16:creationId xmlns:a16="http://schemas.microsoft.com/office/drawing/2014/main" id="{83124644-366E-4BC3-A9DF-920CDFD8B489}"/>
              </a:ext>
            </a:extLst>
          </p:cNvPr>
          <p:cNvSpPr txBox="1">
            <a:spLocks/>
          </p:cNvSpPr>
          <p:nvPr/>
        </p:nvSpPr>
        <p:spPr>
          <a:xfrm>
            <a:off x="904600" y="97800"/>
            <a:ext cx="10382800" cy="11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defTabSz="1219170">
              <a:buClr>
                <a:srgbClr val="1A4568"/>
              </a:buClr>
            </a:pPr>
            <a:r>
              <a:rPr lang="en-IN" sz="5000" kern="0" dirty="0">
                <a:solidFill>
                  <a:srgbClr val="1A4568"/>
                </a:solidFill>
                <a:latin typeface="Goudy Old Style" panose="02020502050305020303" pitchFamily="18" charset="0"/>
              </a:rPr>
              <a:t>CONCLUSION</a:t>
            </a:r>
          </a:p>
        </p:txBody>
      </p:sp>
      <p:sp>
        <p:nvSpPr>
          <p:cNvPr id="51" name="Google Shape;1114;p82">
            <a:extLst>
              <a:ext uri="{FF2B5EF4-FFF2-40B4-BE49-F238E27FC236}">
                <a16:creationId xmlns:a16="http://schemas.microsoft.com/office/drawing/2014/main" id="{59F6549F-6776-46EC-AA40-3BA64F45E0C2}"/>
              </a:ext>
            </a:extLst>
          </p:cNvPr>
          <p:cNvSpPr txBox="1">
            <a:spLocks/>
          </p:cNvSpPr>
          <p:nvPr/>
        </p:nvSpPr>
        <p:spPr>
          <a:xfrm>
            <a:off x="904600" y="1548554"/>
            <a:ext cx="9101046" cy="348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marL="457189" indent="-457189" algn="just" defTabSz="1219170">
              <a:lnSpc>
                <a:spcPct val="150000"/>
              </a:lnSpc>
              <a:buClr>
                <a:srgbClr val="1A4568"/>
              </a:buClr>
              <a:buFont typeface="Arial" panose="020B0604020202020204" pitchFamily="34" charset="0"/>
              <a:buChar char="•"/>
            </a:pPr>
            <a:r>
              <a:rPr lang="en-US" sz="2400" b="0" kern="0" dirty="0">
                <a:solidFill>
                  <a:srgbClr val="EFEFEF">
                    <a:lumMod val="1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Gained valuable business insights from data analysis</a:t>
            </a:r>
            <a:r>
              <a:rPr lang="en-US" sz="2400" b="0" kern="0" dirty="0" smtClean="0">
                <a:solidFill>
                  <a:srgbClr val="EFEFEF">
                    <a:lumMod val="1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400" b="0" kern="0" dirty="0">
              <a:solidFill>
                <a:srgbClr val="EFEFEF">
                  <a:lumMod val="10000"/>
                </a:srgb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189" indent="-457189" algn="just" defTabSz="1219170">
              <a:lnSpc>
                <a:spcPct val="150000"/>
              </a:lnSpc>
              <a:buClr>
                <a:srgbClr val="1A4568"/>
              </a:buClr>
              <a:buFont typeface="Arial" panose="020B0604020202020204" pitchFamily="34" charset="0"/>
              <a:buChar char="•"/>
            </a:pPr>
            <a:r>
              <a:rPr lang="en-US" sz="2400" b="0" kern="0" dirty="0">
                <a:solidFill>
                  <a:srgbClr val="EFEFEF">
                    <a:lumMod val="1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Overcome data loading challenges using local data from different data source file in MySQL</a:t>
            </a:r>
            <a:r>
              <a:rPr lang="en-US" sz="2400" b="0" kern="0" dirty="0" smtClean="0">
                <a:solidFill>
                  <a:srgbClr val="EFEFEF">
                    <a:lumMod val="1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400" b="0" kern="0" dirty="0">
              <a:solidFill>
                <a:srgbClr val="EFEFEF">
                  <a:lumMod val="10000"/>
                </a:srgb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189" indent="-457189" algn="just" defTabSz="1219170">
              <a:lnSpc>
                <a:spcPct val="150000"/>
              </a:lnSpc>
              <a:buClr>
                <a:srgbClr val="1A4568"/>
              </a:buClr>
              <a:buFont typeface="Arial" panose="020B0604020202020204" pitchFamily="34" charset="0"/>
              <a:buChar char="•"/>
            </a:pPr>
            <a:r>
              <a:rPr lang="en-US" sz="2400" b="0" kern="0" dirty="0">
                <a:solidFill>
                  <a:srgbClr val="EFEFEF">
                    <a:lumMod val="1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Provided actionable recommendations for improvement</a:t>
            </a:r>
            <a:r>
              <a:rPr lang="en-US" sz="2400" b="0" kern="0" dirty="0" smtClean="0">
                <a:solidFill>
                  <a:srgbClr val="EFEFEF">
                    <a:lumMod val="1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400" b="0" kern="0" dirty="0">
              <a:solidFill>
                <a:srgbClr val="EFEFEF">
                  <a:lumMod val="10000"/>
                </a:srgb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189" indent="-457189" algn="just" defTabSz="1219170">
              <a:lnSpc>
                <a:spcPct val="150000"/>
              </a:lnSpc>
              <a:buClr>
                <a:srgbClr val="1A4568"/>
              </a:buClr>
              <a:buFont typeface="Arial" panose="020B0604020202020204" pitchFamily="34" charset="0"/>
              <a:buChar char="•"/>
            </a:pPr>
            <a:r>
              <a:rPr lang="en-US" sz="2400" b="0" kern="0" dirty="0">
                <a:solidFill>
                  <a:srgbClr val="EFEFEF">
                    <a:lumMod val="1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Focus on growth and efficiency moving forward.</a:t>
            </a:r>
          </a:p>
        </p:txBody>
      </p:sp>
      <p:pic>
        <p:nvPicPr>
          <p:cNvPr id="3" name="Picture 2" descr="A person holding a pencil and writing on a book&#10;&#10;AI-generated content may be incorrect.">
            <a:extLst>
              <a:ext uri="{FF2B5EF4-FFF2-40B4-BE49-F238E27FC236}">
                <a16:creationId xmlns:a16="http://schemas.microsoft.com/office/drawing/2014/main" id="{E4069477-E42E-B120-6AA5-721EEB74E2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5750" y="3025340"/>
            <a:ext cx="2582059" cy="258205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808437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quatic and Physical Therapy Center XL by Slidesgo">
  <a:themeElements>
    <a:clrScheme name="Simple Light">
      <a:dk1>
        <a:srgbClr val="1A4568"/>
      </a:dk1>
      <a:lt1>
        <a:srgbClr val="FFFFFF"/>
      </a:lt1>
      <a:dk2>
        <a:srgbClr val="285E89"/>
      </a:dk2>
      <a:lt2>
        <a:srgbClr val="80C9DD"/>
      </a:lt2>
      <a:accent1>
        <a:srgbClr val="285E89"/>
      </a:accent1>
      <a:accent2>
        <a:srgbClr val="9DCEDF"/>
      </a:accent2>
      <a:accent3>
        <a:srgbClr val="EFEFEF"/>
      </a:accent3>
      <a:accent4>
        <a:srgbClr val="66A5BB"/>
      </a:accent4>
      <a:accent5>
        <a:srgbClr val="EFEFEF"/>
      </a:accent5>
      <a:accent6>
        <a:srgbClr val="1A4568"/>
      </a:accent6>
      <a:hlink>
        <a:srgbClr val="285E8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373</Words>
  <Application>Microsoft Office PowerPoint</Application>
  <PresentationFormat>Widescreen</PresentationFormat>
  <Paragraphs>49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Anaheim</vt:lpstr>
      <vt:lpstr>Arial</vt:lpstr>
      <vt:lpstr>Calibri</vt:lpstr>
      <vt:lpstr>Cambria</vt:lpstr>
      <vt:lpstr>Goudy Old Style</vt:lpstr>
      <vt:lpstr>Josefin Sans</vt:lpstr>
      <vt:lpstr>Open Sans</vt:lpstr>
      <vt:lpstr>Wingdings</vt:lpstr>
      <vt:lpstr>Aquatic and Physical Therapy Center XL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 Sadhana</dc:creator>
  <cp:lastModifiedBy>USER</cp:lastModifiedBy>
  <cp:revision>28</cp:revision>
  <dcterms:created xsi:type="dcterms:W3CDTF">2025-04-17T07:18:58Z</dcterms:created>
  <dcterms:modified xsi:type="dcterms:W3CDTF">2025-04-24T12:11:20Z</dcterms:modified>
</cp:coreProperties>
</file>